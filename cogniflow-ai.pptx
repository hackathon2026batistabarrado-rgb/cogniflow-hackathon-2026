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Raleway"/>
      <p:regular r:id="rId16"/>
      <p:bold r:id="rId17"/>
      <p:italic r:id="rId18"/>
      <p:boldItalic r:id="rId19"/>
    </p:embeddedFont>
    <p:embeddedFont>
      <p:font typeface="MuseoModerno Medium"/>
      <p:regular r:id="rId20"/>
      <p:bold r:id="rId21"/>
      <p:italic r:id="rId22"/>
      <p:boldItalic r:id="rId23"/>
    </p:embeddedFont>
    <p:embeddedFont>
      <p:font typeface="Bebas Neue"/>
      <p:regular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useoModernoMedium-regular.fntdata"/><Relationship Id="rId22" Type="http://schemas.openxmlformats.org/officeDocument/2006/relationships/font" Target="fonts/MuseoModernoMedium-italic.fntdata"/><Relationship Id="rId21" Type="http://schemas.openxmlformats.org/officeDocument/2006/relationships/font" Target="fonts/MuseoModernoMedium-bold.fntdata"/><Relationship Id="rId24" Type="http://schemas.openxmlformats.org/officeDocument/2006/relationships/font" Target="fonts/BebasNeue-regular.fntdata"/><Relationship Id="rId23" Type="http://schemas.openxmlformats.org/officeDocument/2006/relationships/font" Target="fonts/MuseoModerno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aleway-bold.fntdata"/><Relationship Id="rId16" Type="http://schemas.openxmlformats.org/officeDocument/2006/relationships/font" Target="fonts/Raleway-regular.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25d80b41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125d80b41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12f97afb56_1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12f97afb56_1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10860aa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10860aa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25d80b41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25d80b41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12f97afb56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12f97afb56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12f97afb56_1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12f97afb56_1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12f97afb5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12f97afb5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12f97afb56_1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12f97afb56_1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12f97afb56_1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12f97afb56_1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12f97afb56_1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12f97afb56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image" Target="../media/image2.jpg"/><Relationship Id="rId5" Type="http://schemas.openxmlformats.org/officeDocument/2006/relationships/image" Target="../media/image8.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jpg"/><Relationship Id="rId4" Type="http://schemas.openxmlformats.org/officeDocument/2006/relationships/image" Target="../media/image2.jpg"/><Relationship Id="rId5"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0" name="Google Shape;10;p2"/>
          <p:cNvSpPr txBox="1"/>
          <p:nvPr>
            <p:ph type="ctrTitle"/>
          </p:nvPr>
        </p:nvSpPr>
        <p:spPr>
          <a:xfrm>
            <a:off x="3355950" y="1225713"/>
            <a:ext cx="5073000" cy="18717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6127325" y="3229888"/>
            <a:ext cx="2301600" cy="6879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4" name="Google Shape;14;p3"/>
          <p:cNvSpPr txBox="1"/>
          <p:nvPr>
            <p:ph type="title"/>
          </p:nvPr>
        </p:nvSpPr>
        <p:spPr>
          <a:xfrm>
            <a:off x="715100" y="535000"/>
            <a:ext cx="3635400" cy="1643100"/>
          </a:xfrm>
          <a:prstGeom prst="rect">
            <a:avLst/>
          </a:prstGeom>
        </p:spPr>
        <p:txBody>
          <a:bodyPr anchorCtr="0" anchor="t" bIns="91425" lIns="91425" spcFirstLastPara="1" rIns="91425" wrap="square" tIns="91425">
            <a:noAutofit/>
          </a:bodyPr>
          <a:lstStyle>
            <a:lvl1pPr lvl="0" algn="l">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15" name="Google Shape;15;p3"/>
          <p:cNvSpPr txBox="1"/>
          <p:nvPr>
            <p:ph hasCustomPrompt="1" idx="2" type="title"/>
          </p:nvPr>
        </p:nvSpPr>
        <p:spPr>
          <a:xfrm>
            <a:off x="715100" y="3756600"/>
            <a:ext cx="1089900" cy="4830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pic>
        <p:nvPicPr>
          <p:cNvPr id="17" name="Google Shape;17;p4"/>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8" name="Google Shape;1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19" name="Google Shape;19;p4"/>
          <p:cNvSpPr txBox="1"/>
          <p:nvPr>
            <p:ph idx="1" type="body"/>
          </p:nvPr>
        </p:nvSpPr>
        <p:spPr>
          <a:xfrm>
            <a:off x="927725" y="1152475"/>
            <a:ext cx="72885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grpSp>
        <p:nvGrpSpPr>
          <p:cNvPr id="20" name="Google Shape;20;p4"/>
          <p:cNvGrpSpPr/>
          <p:nvPr/>
        </p:nvGrpSpPr>
        <p:grpSpPr>
          <a:xfrm>
            <a:off x="811625" y="3760400"/>
            <a:ext cx="8080700" cy="1521300"/>
            <a:chOff x="811625" y="3760400"/>
            <a:chExt cx="8080700" cy="1521300"/>
          </a:xfrm>
        </p:grpSpPr>
        <p:sp>
          <p:nvSpPr>
            <p:cNvPr id="21" name="Google Shape;21;p4"/>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811625" y="48391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pic>
        <p:nvPicPr>
          <p:cNvPr id="24" name="Google Shape;24;p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25" name="Google Shape;25;p5"/>
          <p:cNvSpPr txBox="1"/>
          <p:nvPr>
            <p:ph idx="1" type="subTitle"/>
          </p:nvPr>
        </p:nvSpPr>
        <p:spPr>
          <a:xfrm>
            <a:off x="1563600" y="1402850"/>
            <a:ext cx="6016800" cy="460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6" name="Google Shape;26;p5"/>
          <p:cNvSpPr txBox="1"/>
          <p:nvPr>
            <p:ph idx="2" type="subTitle"/>
          </p:nvPr>
        </p:nvSpPr>
        <p:spPr>
          <a:xfrm>
            <a:off x="1563600" y="2794425"/>
            <a:ext cx="60168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7" name="Google Shape;27;p5"/>
          <p:cNvSpPr txBox="1"/>
          <p:nvPr>
            <p:ph idx="3" type="subTitle"/>
          </p:nvPr>
        </p:nvSpPr>
        <p:spPr>
          <a:xfrm>
            <a:off x="1563600" y="1791225"/>
            <a:ext cx="6016800" cy="92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 name="Google Shape;28;p5"/>
          <p:cNvSpPr txBox="1"/>
          <p:nvPr>
            <p:ph idx="4" type="subTitle"/>
          </p:nvPr>
        </p:nvSpPr>
        <p:spPr>
          <a:xfrm>
            <a:off x="1563600" y="3182800"/>
            <a:ext cx="6016800" cy="92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5"/>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pic>
        <p:nvPicPr>
          <p:cNvPr id="32" name="Google Shape;32;p6"/>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33" name="Google Shape;3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 name="Google Shape;34;p6"/>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pic>
        <p:nvPicPr>
          <p:cNvPr id="36" name="Google Shape;36;p7"/>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37" name="Google Shape;37;p7"/>
          <p:cNvSpPr txBox="1"/>
          <p:nvPr>
            <p:ph type="title"/>
          </p:nvPr>
        </p:nvSpPr>
        <p:spPr>
          <a:xfrm>
            <a:off x="720000" y="445025"/>
            <a:ext cx="4549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38" name="Google Shape;38;p7"/>
          <p:cNvSpPr txBox="1"/>
          <p:nvPr>
            <p:ph idx="1" type="body"/>
          </p:nvPr>
        </p:nvSpPr>
        <p:spPr>
          <a:xfrm>
            <a:off x="720000" y="1547575"/>
            <a:ext cx="4244400" cy="26646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Clr>
                <a:srgbClr val="E76A28"/>
              </a:buClr>
              <a:buSzPts val="1200"/>
              <a:buFont typeface="Nunito Light"/>
              <a:buChar char="○"/>
              <a:defRPr/>
            </a:lvl2pPr>
            <a:lvl3pPr indent="-304800" lvl="2" marL="1371600" rtl="0">
              <a:lnSpc>
                <a:spcPct val="100000"/>
              </a:lnSpc>
              <a:spcBef>
                <a:spcPts val="0"/>
              </a:spcBef>
              <a:spcAft>
                <a:spcPts val="0"/>
              </a:spcAft>
              <a:buClr>
                <a:srgbClr val="E76A28"/>
              </a:buClr>
              <a:buSzPts val="1200"/>
              <a:buFont typeface="Nunito Light"/>
              <a:buChar char="■"/>
              <a:defRPr/>
            </a:lvl3pPr>
            <a:lvl4pPr indent="-304800" lvl="3" marL="1828800" rtl="0">
              <a:lnSpc>
                <a:spcPct val="100000"/>
              </a:lnSpc>
              <a:spcBef>
                <a:spcPts val="0"/>
              </a:spcBef>
              <a:spcAft>
                <a:spcPts val="0"/>
              </a:spcAft>
              <a:buClr>
                <a:srgbClr val="E76A28"/>
              </a:buClr>
              <a:buSzPts val="1200"/>
              <a:buFont typeface="Nunito Light"/>
              <a:buChar char="●"/>
              <a:defRPr/>
            </a:lvl4pPr>
            <a:lvl5pPr indent="-304800" lvl="4" marL="2286000" rtl="0">
              <a:lnSpc>
                <a:spcPct val="100000"/>
              </a:lnSpc>
              <a:spcBef>
                <a:spcPts val="0"/>
              </a:spcBef>
              <a:spcAft>
                <a:spcPts val="0"/>
              </a:spcAft>
              <a:buClr>
                <a:srgbClr val="E76A28"/>
              </a:buClr>
              <a:buSzPts val="1200"/>
              <a:buFont typeface="Nunito Light"/>
              <a:buChar char="○"/>
              <a:defRPr/>
            </a:lvl5pPr>
            <a:lvl6pPr indent="-304800" lvl="5" marL="2743200" rtl="0">
              <a:lnSpc>
                <a:spcPct val="100000"/>
              </a:lnSpc>
              <a:spcBef>
                <a:spcPts val="0"/>
              </a:spcBef>
              <a:spcAft>
                <a:spcPts val="0"/>
              </a:spcAft>
              <a:buClr>
                <a:srgbClr val="999999"/>
              </a:buClr>
              <a:buSzPts val="1200"/>
              <a:buFont typeface="Nunito Light"/>
              <a:buChar char="■"/>
              <a:defRPr/>
            </a:lvl6pPr>
            <a:lvl7pPr indent="-304800" lvl="6" marL="3200400" rtl="0">
              <a:lnSpc>
                <a:spcPct val="100000"/>
              </a:lnSpc>
              <a:spcBef>
                <a:spcPts val="0"/>
              </a:spcBef>
              <a:spcAft>
                <a:spcPts val="0"/>
              </a:spcAft>
              <a:buClr>
                <a:srgbClr val="999999"/>
              </a:buClr>
              <a:buSzPts val="1200"/>
              <a:buFont typeface="Nunito Light"/>
              <a:buChar char="●"/>
              <a:defRPr/>
            </a:lvl7pPr>
            <a:lvl8pPr indent="-304800" lvl="7" marL="3657600" rtl="0">
              <a:lnSpc>
                <a:spcPct val="100000"/>
              </a:lnSpc>
              <a:spcBef>
                <a:spcPts val="0"/>
              </a:spcBef>
              <a:spcAft>
                <a:spcPts val="0"/>
              </a:spcAft>
              <a:buClr>
                <a:srgbClr val="999999"/>
              </a:buClr>
              <a:buSzPts val="1200"/>
              <a:buFont typeface="Nunito Light"/>
              <a:buChar char="○"/>
              <a:defRPr/>
            </a:lvl8pPr>
            <a:lvl9pPr indent="-304800" lvl="8" marL="4114800" rtl="0">
              <a:lnSpc>
                <a:spcPct val="100000"/>
              </a:lnSpc>
              <a:spcBef>
                <a:spcPts val="0"/>
              </a:spcBef>
              <a:spcAft>
                <a:spcPts val="0"/>
              </a:spcAft>
              <a:buClr>
                <a:srgbClr val="999999"/>
              </a:buClr>
              <a:buSzPts val="1200"/>
              <a:buFont typeface="Nunito Light"/>
              <a:buChar char="■"/>
              <a:defRPr/>
            </a:lvl9pPr>
          </a:lstStyle>
          <a:p/>
        </p:txBody>
      </p:sp>
      <p:sp>
        <p:nvSpPr>
          <p:cNvPr id="39" name="Google Shape;39;p7"/>
          <p:cNvSpPr/>
          <p:nvPr>
            <p:ph idx="2" type="pic"/>
          </p:nvPr>
        </p:nvSpPr>
        <p:spPr>
          <a:xfrm>
            <a:off x="5726125" y="202925"/>
            <a:ext cx="3235800" cy="4737600"/>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sp>
      <p:sp>
        <p:nvSpPr>
          <p:cNvPr id="40" name="Google Shape;40;p7"/>
          <p:cNvSpPr/>
          <p:nvPr/>
        </p:nvSpPr>
        <p:spPr>
          <a:xfrm>
            <a:off x="-105675" y="4814300"/>
            <a:ext cx="5070000" cy="11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pic>
        <p:nvPicPr>
          <p:cNvPr id="42" name="Google Shape;42;p8"/>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43" name="Google Shape;43;p8"/>
          <p:cNvSpPr txBox="1"/>
          <p:nvPr>
            <p:ph type="title"/>
          </p:nvPr>
        </p:nvSpPr>
        <p:spPr>
          <a:xfrm>
            <a:off x="715100" y="827475"/>
            <a:ext cx="5076600" cy="2529300"/>
          </a:xfrm>
          <a:prstGeom prst="rect">
            <a:avLst/>
          </a:prstGeom>
        </p:spPr>
        <p:txBody>
          <a:bodyPr anchorCtr="0" anchor="ctr" bIns="91425" lIns="91425" spcFirstLastPara="1" rIns="91425" wrap="square" tIns="91425">
            <a:noAutofit/>
          </a:bodyPr>
          <a:lstStyle>
            <a:lvl1pPr lvl="0" algn="l">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pic>
        <p:nvPicPr>
          <p:cNvPr id="45" name="Google Shape;45;p9"/>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46" name="Google Shape;46;p9"/>
          <p:cNvSpPr txBox="1"/>
          <p:nvPr>
            <p:ph type="title"/>
          </p:nvPr>
        </p:nvSpPr>
        <p:spPr>
          <a:xfrm>
            <a:off x="2241425" y="12931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7" name="Google Shape;47;p9"/>
          <p:cNvSpPr txBox="1"/>
          <p:nvPr>
            <p:ph idx="1" type="subTitle"/>
          </p:nvPr>
        </p:nvSpPr>
        <p:spPr>
          <a:xfrm>
            <a:off x="2241475" y="2168600"/>
            <a:ext cx="4661100" cy="168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p:nvPr>
            <p:ph idx="2" type="pic"/>
          </p:nvPr>
        </p:nvSpPr>
        <p:spPr>
          <a:xfrm>
            <a:off x="0" y="0"/>
            <a:ext cx="9144000" cy="5143500"/>
          </a:xfrm>
          <a:prstGeom prst="rect">
            <a:avLst/>
          </a:prstGeom>
          <a:noFill/>
          <a:ln>
            <a:noFill/>
          </a:ln>
        </p:spPr>
      </p:sp>
      <p:sp>
        <p:nvSpPr>
          <p:cNvPr id="50" name="Google Shape;50;p10"/>
          <p:cNvSpPr txBox="1"/>
          <p:nvPr>
            <p:ph type="title"/>
          </p:nvPr>
        </p:nvSpPr>
        <p:spPr>
          <a:xfrm>
            <a:off x="720000" y="3859100"/>
            <a:ext cx="7704000" cy="7494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pic>
        <p:nvPicPr>
          <p:cNvPr id="52" name="Google Shape;52;p11"/>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53" name="Google Shape;53;p11"/>
          <p:cNvSpPr txBox="1"/>
          <p:nvPr>
            <p:ph hasCustomPrompt="1" type="title"/>
          </p:nvPr>
        </p:nvSpPr>
        <p:spPr>
          <a:xfrm>
            <a:off x="1284000" y="1366338"/>
            <a:ext cx="6576000" cy="1511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54" name="Google Shape;54;p11"/>
          <p:cNvSpPr txBox="1"/>
          <p:nvPr>
            <p:ph idx="1" type="subTitle"/>
          </p:nvPr>
        </p:nvSpPr>
        <p:spPr>
          <a:xfrm>
            <a:off x="1284000" y="3063763"/>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6" name="Shape 56"/>
        <p:cNvGrpSpPr/>
        <p:nvPr/>
      </p:nvGrpSpPr>
      <p:grpSpPr>
        <a:xfrm>
          <a:off x="0" y="0"/>
          <a:ext cx="0" cy="0"/>
          <a:chOff x="0" y="0"/>
          <a:chExt cx="0" cy="0"/>
        </a:xfrm>
      </p:grpSpPr>
      <p:pic>
        <p:nvPicPr>
          <p:cNvPr id="57" name="Google Shape;57;p1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58" name="Google Shape;5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 name="Google Shape;59;p13"/>
          <p:cNvSpPr txBox="1"/>
          <p:nvPr>
            <p:ph hasCustomPrompt="1" idx="2" type="title"/>
          </p:nvPr>
        </p:nvSpPr>
        <p:spPr>
          <a:xfrm>
            <a:off x="1625236" y="1480875"/>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p:nvPr>
            <p:ph hasCustomPrompt="1" idx="3" type="title"/>
          </p:nvPr>
        </p:nvSpPr>
        <p:spPr>
          <a:xfrm>
            <a:off x="1625236" y="3105072"/>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hasCustomPrompt="1" idx="4" type="title"/>
          </p:nvPr>
        </p:nvSpPr>
        <p:spPr>
          <a:xfrm>
            <a:off x="4110285" y="1480875"/>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 name="Google Shape;62;p13"/>
          <p:cNvSpPr txBox="1"/>
          <p:nvPr>
            <p:ph hasCustomPrompt="1" idx="5" type="title"/>
          </p:nvPr>
        </p:nvSpPr>
        <p:spPr>
          <a:xfrm>
            <a:off x="4110285" y="3105072"/>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hasCustomPrompt="1" idx="6" type="title"/>
          </p:nvPr>
        </p:nvSpPr>
        <p:spPr>
          <a:xfrm>
            <a:off x="6599231" y="1480875"/>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p:nvPr>
            <p:ph hasCustomPrompt="1" idx="7" type="title"/>
          </p:nvPr>
        </p:nvSpPr>
        <p:spPr>
          <a:xfrm>
            <a:off x="6599231" y="3105072"/>
            <a:ext cx="923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idx="1" type="subTitle"/>
          </p:nvPr>
        </p:nvSpPr>
        <p:spPr>
          <a:xfrm>
            <a:off x="1222036" y="1932701"/>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66" name="Google Shape;66;p13"/>
          <p:cNvSpPr txBox="1"/>
          <p:nvPr>
            <p:ph idx="8" type="subTitle"/>
          </p:nvPr>
        </p:nvSpPr>
        <p:spPr>
          <a:xfrm>
            <a:off x="3707085" y="1932701"/>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67" name="Google Shape;67;p13"/>
          <p:cNvSpPr txBox="1"/>
          <p:nvPr>
            <p:ph idx="9" type="subTitle"/>
          </p:nvPr>
        </p:nvSpPr>
        <p:spPr>
          <a:xfrm>
            <a:off x="6196031" y="1932701"/>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68" name="Google Shape;68;p13"/>
          <p:cNvSpPr txBox="1"/>
          <p:nvPr>
            <p:ph idx="13" type="subTitle"/>
          </p:nvPr>
        </p:nvSpPr>
        <p:spPr>
          <a:xfrm>
            <a:off x="1222036" y="3556957"/>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69" name="Google Shape;69;p13"/>
          <p:cNvSpPr txBox="1"/>
          <p:nvPr>
            <p:ph idx="14" type="subTitle"/>
          </p:nvPr>
        </p:nvSpPr>
        <p:spPr>
          <a:xfrm>
            <a:off x="3707085" y="3556957"/>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70" name="Google Shape;70;p13"/>
          <p:cNvSpPr txBox="1"/>
          <p:nvPr>
            <p:ph idx="15" type="subTitle"/>
          </p:nvPr>
        </p:nvSpPr>
        <p:spPr>
          <a:xfrm>
            <a:off x="6196031" y="3556957"/>
            <a:ext cx="1730100" cy="74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grpSp>
        <p:nvGrpSpPr>
          <p:cNvPr id="71" name="Google Shape;71;p13"/>
          <p:cNvGrpSpPr/>
          <p:nvPr/>
        </p:nvGrpSpPr>
        <p:grpSpPr>
          <a:xfrm>
            <a:off x="811625" y="217425"/>
            <a:ext cx="8444300" cy="4696400"/>
            <a:chOff x="811625" y="217425"/>
            <a:chExt cx="8444300" cy="4696400"/>
          </a:xfrm>
        </p:grpSpPr>
        <p:sp>
          <p:nvSpPr>
            <p:cNvPr id="72" name="Google Shape;72;p13"/>
            <p:cNvSpPr/>
            <p:nvPr/>
          </p:nvSpPr>
          <p:spPr>
            <a:xfrm>
              <a:off x="811625" y="48391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4" name="Shape 74"/>
        <p:cNvGrpSpPr/>
        <p:nvPr/>
      </p:nvGrpSpPr>
      <p:grpSpPr>
        <a:xfrm>
          <a:off x="0" y="0"/>
          <a:ext cx="0" cy="0"/>
          <a:chOff x="0" y="0"/>
          <a:chExt cx="0" cy="0"/>
        </a:xfrm>
      </p:grpSpPr>
      <p:pic>
        <p:nvPicPr>
          <p:cNvPr id="75" name="Google Shape;75;p14"/>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76" name="Google Shape;76;p14"/>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txBox="1"/>
          <p:nvPr>
            <p:ph type="title"/>
          </p:nvPr>
        </p:nvSpPr>
        <p:spPr>
          <a:xfrm>
            <a:off x="2570025" y="3084423"/>
            <a:ext cx="5115900" cy="480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78" name="Google Shape;78;p14"/>
          <p:cNvSpPr txBox="1"/>
          <p:nvPr>
            <p:ph idx="1" type="subTitle"/>
          </p:nvPr>
        </p:nvSpPr>
        <p:spPr>
          <a:xfrm>
            <a:off x="2570025" y="1402850"/>
            <a:ext cx="5115900" cy="17403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9" name="Shape 79"/>
        <p:cNvGrpSpPr/>
        <p:nvPr/>
      </p:nvGrpSpPr>
      <p:grpSpPr>
        <a:xfrm>
          <a:off x="0" y="0"/>
          <a:ext cx="0" cy="0"/>
          <a:chOff x="0" y="0"/>
          <a:chExt cx="0" cy="0"/>
        </a:xfrm>
      </p:grpSpPr>
      <p:pic>
        <p:nvPicPr>
          <p:cNvPr id="80" name="Google Shape;80;p1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1" name="Google Shape;81;p15"/>
          <p:cNvSpPr txBox="1"/>
          <p:nvPr>
            <p:ph idx="1" type="subTitle"/>
          </p:nvPr>
        </p:nvSpPr>
        <p:spPr>
          <a:xfrm>
            <a:off x="5122775" y="2335550"/>
            <a:ext cx="3315300" cy="92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82" name="Google Shape;82;p15"/>
          <p:cNvSpPr txBox="1"/>
          <p:nvPr>
            <p:ph type="title"/>
          </p:nvPr>
        </p:nvSpPr>
        <p:spPr>
          <a:xfrm>
            <a:off x="5122775" y="1311425"/>
            <a:ext cx="3315300" cy="1102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1_2_1">
    <p:spTree>
      <p:nvGrpSpPr>
        <p:cNvPr id="83" name="Shape 83"/>
        <p:cNvGrpSpPr/>
        <p:nvPr/>
      </p:nvGrpSpPr>
      <p:grpSpPr>
        <a:xfrm>
          <a:off x="0" y="0"/>
          <a:ext cx="0" cy="0"/>
          <a:chOff x="0" y="0"/>
          <a:chExt cx="0" cy="0"/>
        </a:xfrm>
      </p:grpSpPr>
      <p:pic>
        <p:nvPicPr>
          <p:cNvPr id="84" name="Google Shape;84;p16"/>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5" name="Google Shape;8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 name="Google Shape;86;p16"/>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2_1_1">
    <p:spTree>
      <p:nvGrpSpPr>
        <p:cNvPr id="87" name="Shape 87"/>
        <p:cNvGrpSpPr/>
        <p:nvPr/>
      </p:nvGrpSpPr>
      <p:grpSpPr>
        <a:xfrm>
          <a:off x="0" y="0"/>
          <a:ext cx="0" cy="0"/>
          <a:chOff x="0" y="0"/>
          <a:chExt cx="0" cy="0"/>
        </a:xfrm>
      </p:grpSpPr>
      <p:pic>
        <p:nvPicPr>
          <p:cNvPr id="88" name="Google Shape;88;p17"/>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9" name="Google Shape;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0" name="Google Shape;90;p17"/>
          <p:cNvSpPr/>
          <p:nvPr/>
        </p:nvSpPr>
        <p:spPr>
          <a:xfrm>
            <a:off x="428750" y="161500"/>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6141225" y="4829500"/>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BLANK_1_2_1_1_1">
    <p:spTree>
      <p:nvGrpSpPr>
        <p:cNvPr id="92" name="Shape 92"/>
        <p:cNvGrpSpPr/>
        <p:nvPr/>
      </p:nvGrpSpPr>
      <p:grpSpPr>
        <a:xfrm>
          <a:off x="0" y="0"/>
          <a:ext cx="0" cy="0"/>
          <a:chOff x="0" y="0"/>
          <a:chExt cx="0" cy="0"/>
        </a:xfrm>
      </p:grpSpPr>
      <p:pic>
        <p:nvPicPr>
          <p:cNvPr id="93" name="Google Shape;93;p18"/>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94" name="Google Shape;9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5" name="Google Shape;95;p18"/>
          <p:cNvSpPr/>
          <p:nvPr/>
        </p:nvSpPr>
        <p:spPr>
          <a:xfrm>
            <a:off x="0" y="494047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
    <p:spTree>
      <p:nvGrpSpPr>
        <p:cNvPr id="97" name="Shape 97"/>
        <p:cNvGrpSpPr/>
        <p:nvPr/>
      </p:nvGrpSpPr>
      <p:grpSpPr>
        <a:xfrm>
          <a:off x="0" y="0"/>
          <a:ext cx="0" cy="0"/>
          <a:chOff x="0" y="0"/>
          <a:chExt cx="0" cy="0"/>
        </a:xfrm>
      </p:grpSpPr>
      <p:pic>
        <p:nvPicPr>
          <p:cNvPr id="98" name="Google Shape;98;p19"/>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99" name="Google Shape;9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100" name="Google Shape;100;p19"/>
          <p:cNvSpPr txBox="1"/>
          <p:nvPr>
            <p:ph idx="1" type="body"/>
          </p:nvPr>
        </p:nvSpPr>
        <p:spPr>
          <a:xfrm>
            <a:off x="908050" y="1152475"/>
            <a:ext cx="37656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sp>
        <p:nvSpPr>
          <p:cNvPr id="101" name="Google Shape;101;p19"/>
          <p:cNvSpPr/>
          <p:nvPr/>
        </p:nvSpPr>
        <p:spPr>
          <a:xfrm>
            <a:off x="428750" y="161500"/>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6141225" y="4829500"/>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txBox="1"/>
          <p:nvPr>
            <p:ph idx="2" type="body"/>
          </p:nvPr>
        </p:nvSpPr>
        <p:spPr>
          <a:xfrm>
            <a:off x="4470350" y="1152475"/>
            <a:ext cx="37656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06" name="Google Shape;106;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 name="Google Shape;107;p20"/>
          <p:cNvSpPr txBox="1"/>
          <p:nvPr>
            <p:ph idx="1" type="subTitle"/>
          </p:nvPr>
        </p:nvSpPr>
        <p:spPr>
          <a:xfrm>
            <a:off x="1095975" y="1605525"/>
            <a:ext cx="2180400" cy="748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8" name="Google Shape;108;p20"/>
          <p:cNvSpPr txBox="1"/>
          <p:nvPr>
            <p:ph idx="2" type="subTitle"/>
          </p:nvPr>
        </p:nvSpPr>
        <p:spPr>
          <a:xfrm>
            <a:off x="1095974" y="2410575"/>
            <a:ext cx="2180400" cy="188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20"/>
          <p:cNvSpPr txBox="1"/>
          <p:nvPr>
            <p:ph idx="3" type="subTitle"/>
          </p:nvPr>
        </p:nvSpPr>
        <p:spPr>
          <a:xfrm>
            <a:off x="3481800" y="2410575"/>
            <a:ext cx="2180400" cy="188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0" name="Google Shape;110;p20"/>
          <p:cNvSpPr txBox="1"/>
          <p:nvPr>
            <p:ph idx="4" type="subTitle"/>
          </p:nvPr>
        </p:nvSpPr>
        <p:spPr>
          <a:xfrm>
            <a:off x="5867626" y="2410575"/>
            <a:ext cx="2180400" cy="188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1" name="Google Shape;111;p20"/>
          <p:cNvSpPr txBox="1"/>
          <p:nvPr>
            <p:ph idx="5" type="subTitle"/>
          </p:nvPr>
        </p:nvSpPr>
        <p:spPr>
          <a:xfrm>
            <a:off x="3481788" y="1605525"/>
            <a:ext cx="2180400" cy="748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2" name="Google Shape;112;p20"/>
          <p:cNvSpPr txBox="1"/>
          <p:nvPr>
            <p:ph idx="6" type="subTitle"/>
          </p:nvPr>
        </p:nvSpPr>
        <p:spPr>
          <a:xfrm>
            <a:off x="5867625" y="1605525"/>
            <a:ext cx="2180400" cy="748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3" name="Google Shape;113;p20"/>
          <p:cNvSpPr/>
          <p:nvPr/>
        </p:nvSpPr>
        <p:spPr>
          <a:xfrm>
            <a:off x="428750" y="161500"/>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0"/>
          <p:cNvSpPr/>
          <p:nvPr/>
        </p:nvSpPr>
        <p:spPr>
          <a:xfrm>
            <a:off x="6141225" y="4829500"/>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15" name="Shape 115"/>
        <p:cNvGrpSpPr/>
        <p:nvPr/>
      </p:nvGrpSpPr>
      <p:grpSpPr>
        <a:xfrm>
          <a:off x="0" y="0"/>
          <a:ext cx="0" cy="0"/>
          <a:chOff x="0" y="0"/>
          <a:chExt cx="0" cy="0"/>
        </a:xfrm>
      </p:grpSpPr>
      <p:pic>
        <p:nvPicPr>
          <p:cNvPr id="116" name="Google Shape;116;p21"/>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17" name="Google Shape;117;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8" name="Google Shape;118;p21"/>
          <p:cNvSpPr txBox="1"/>
          <p:nvPr>
            <p:ph idx="1" type="subTitle"/>
          </p:nvPr>
        </p:nvSpPr>
        <p:spPr>
          <a:xfrm>
            <a:off x="3131033" y="1619225"/>
            <a:ext cx="43776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9" name="Google Shape;119;p21"/>
          <p:cNvSpPr txBox="1"/>
          <p:nvPr>
            <p:ph idx="2" type="subTitle"/>
          </p:nvPr>
        </p:nvSpPr>
        <p:spPr>
          <a:xfrm>
            <a:off x="3131033" y="2838925"/>
            <a:ext cx="43776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0" name="Google Shape;120;p21"/>
          <p:cNvSpPr txBox="1"/>
          <p:nvPr>
            <p:ph idx="3" type="subTitle"/>
          </p:nvPr>
        </p:nvSpPr>
        <p:spPr>
          <a:xfrm>
            <a:off x="3131033" y="4058625"/>
            <a:ext cx="43776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1" name="Google Shape;121;p21"/>
          <p:cNvSpPr txBox="1"/>
          <p:nvPr>
            <p:ph idx="4" type="subTitle"/>
          </p:nvPr>
        </p:nvSpPr>
        <p:spPr>
          <a:xfrm>
            <a:off x="3131033" y="1250275"/>
            <a:ext cx="43776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21"/>
          <p:cNvSpPr txBox="1"/>
          <p:nvPr>
            <p:ph idx="5" type="subTitle"/>
          </p:nvPr>
        </p:nvSpPr>
        <p:spPr>
          <a:xfrm>
            <a:off x="3131033" y="2469980"/>
            <a:ext cx="43776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3" name="Google Shape;123;p21"/>
          <p:cNvSpPr txBox="1"/>
          <p:nvPr>
            <p:ph idx="6" type="subTitle"/>
          </p:nvPr>
        </p:nvSpPr>
        <p:spPr>
          <a:xfrm>
            <a:off x="3131033" y="3689685"/>
            <a:ext cx="43776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1"/>
          <p:cNvSpPr/>
          <p:nvPr/>
        </p:nvSpPr>
        <p:spPr>
          <a:xfrm>
            <a:off x="811625" y="48391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26" name="Shape 126"/>
        <p:cNvGrpSpPr/>
        <p:nvPr/>
      </p:nvGrpSpPr>
      <p:grpSpPr>
        <a:xfrm>
          <a:off x="0" y="0"/>
          <a:ext cx="0" cy="0"/>
          <a:chOff x="0" y="0"/>
          <a:chExt cx="0" cy="0"/>
        </a:xfrm>
      </p:grpSpPr>
      <p:pic>
        <p:nvPicPr>
          <p:cNvPr id="127" name="Google Shape;127;p22"/>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28" name="Google Shape;128;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9" name="Google Shape;129;p22"/>
          <p:cNvSpPr txBox="1"/>
          <p:nvPr>
            <p:ph idx="1" type="subTitle"/>
          </p:nvPr>
        </p:nvSpPr>
        <p:spPr>
          <a:xfrm>
            <a:off x="1240599" y="1154075"/>
            <a:ext cx="2967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0" name="Google Shape;130;p22"/>
          <p:cNvSpPr txBox="1"/>
          <p:nvPr>
            <p:ph idx="2" type="subTitle"/>
          </p:nvPr>
        </p:nvSpPr>
        <p:spPr>
          <a:xfrm>
            <a:off x="1240600" y="1679975"/>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1" name="Google Shape;131;p22"/>
          <p:cNvSpPr txBox="1"/>
          <p:nvPr>
            <p:ph idx="3" type="subTitle"/>
          </p:nvPr>
        </p:nvSpPr>
        <p:spPr>
          <a:xfrm>
            <a:off x="4936401" y="1679975"/>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22"/>
          <p:cNvSpPr txBox="1"/>
          <p:nvPr>
            <p:ph idx="4" type="subTitle"/>
          </p:nvPr>
        </p:nvSpPr>
        <p:spPr>
          <a:xfrm>
            <a:off x="1240600" y="3293200"/>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3" name="Google Shape;133;p22"/>
          <p:cNvSpPr txBox="1"/>
          <p:nvPr>
            <p:ph idx="5" type="subTitle"/>
          </p:nvPr>
        </p:nvSpPr>
        <p:spPr>
          <a:xfrm>
            <a:off x="4936401" y="3293200"/>
            <a:ext cx="29670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4" name="Google Shape;134;p22"/>
          <p:cNvSpPr txBox="1"/>
          <p:nvPr>
            <p:ph idx="6" type="subTitle"/>
          </p:nvPr>
        </p:nvSpPr>
        <p:spPr>
          <a:xfrm>
            <a:off x="1240599" y="2767300"/>
            <a:ext cx="2967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5" name="Google Shape;135;p22"/>
          <p:cNvSpPr txBox="1"/>
          <p:nvPr>
            <p:ph idx="7" type="subTitle"/>
          </p:nvPr>
        </p:nvSpPr>
        <p:spPr>
          <a:xfrm>
            <a:off x="4936399" y="1154075"/>
            <a:ext cx="2967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6" name="Google Shape;136;p22"/>
          <p:cNvSpPr txBox="1"/>
          <p:nvPr>
            <p:ph idx="8" type="subTitle"/>
          </p:nvPr>
        </p:nvSpPr>
        <p:spPr>
          <a:xfrm>
            <a:off x="4936399" y="2767300"/>
            <a:ext cx="29670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7" name="Google Shape;137;p22"/>
          <p:cNvSpPr/>
          <p:nvPr/>
        </p:nvSpPr>
        <p:spPr>
          <a:xfrm>
            <a:off x="8793625" y="3760400"/>
            <a:ext cx="98700" cy="1521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38" name="Shape 138"/>
        <p:cNvGrpSpPr/>
        <p:nvPr/>
      </p:nvGrpSpPr>
      <p:grpSpPr>
        <a:xfrm>
          <a:off x="0" y="0"/>
          <a:ext cx="0" cy="0"/>
          <a:chOff x="0" y="0"/>
          <a:chExt cx="0" cy="0"/>
        </a:xfrm>
      </p:grpSpPr>
      <p:pic>
        <p:nvPicPr>
          <p:cNvPr id="139" name="Google Shape;139;p2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40" name="Google Shape;14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1" name="Google Shape;141;p23"/>
          <p:cNvSpPr txBox="1"/>
          <p:nvPr>
            <p:ph idx="1" type="subTitle"/>
          </p:nvPr>
        </p:nvSpPr>
        <p:spPr>
          <a:xfrm>
            <a:off x="800344" y="1811513"/>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3"/>
          <p:cNvSpPr txBox="1"/>
          <p:nvPr>
            <p:ph idx="2" type="subTitle"/>
          </p:nvPr>
        </p:nvSpPr>
        <p:spPr>
          <a:xfrm>
            <a:off x="3343876" y="1811513"/>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3" name="Google Shape;143;p23"/>
          <p:cNvSpPr txBox="1"/>
          <p:nvPr>
            <p:ph idx="3" type="subTitle"/>
          </p:nvPr>
        </p:nvSpPr>
        <p:spPr>
          <a:xfrm>
            <a:off x="5887407" y="1811513"/>
            <a:ext cx="24540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4" name="Google Shape;144;p23"/>
          <p:cNvSpPr txBox="1"/>
          <p:nvPr>
            <p:ph idx="4" type="subTitle"/>
          </p:nvPr>
        </p:nvSpPr>
        <p:spPr>
          <a:xfrm>
            <a:off x="800219" y="3391025"/>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5" name="Google Shape;145;p23"/>
          <p:cNvSpPr txBox="1"/>
          <p:nvPr>
            <p:ph idx="5" type="subTitle"/>
          </p:nvPr>
        </p:nvSpPr>
        <p:spPr>
          <a:xfrm>
            <a:off x="3341346" y="3391025"/>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6" name="Google Shape;146;p23"/>
          <p:cNvSpPr txBox="1"/>
          <p:nvPr>
            <p:ph idx="6" type="subTitle"/>
          </p:nvPr>
        </p:nvSpPr>
        <p:spPr>
          <a:xfrm>
            <a:off x="5887282" y="3391025"/>
            <a:ext cx="24540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7" name="Google Shape;147;p23"/>
          <p:cNvSpPr txBox="1"/>
          <p:nvPr>
            <p:ph idx="7" type="subTitle"/>
          </p:nvPr>
        </p:nvSpPr>
        <p:spPr>
          <a:xfrm>
            <a:off x="795076" y="13528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8" name="Google Shape;148;p23"/>
          <p:cNvSpPr txBox="1"/>
          <p:nvPr>
            <p:ph idx="8" type="subTitle"/>
          </p:nvPr>
        </p:nvSpPr>
        <p:spPr>
          <a:xfrm>
            <a:off x="3341355" y="13528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9" name="Google Shape;149;p23"/>
          <p:cNvSpPr txBox="1"/>
          <p:nvPr>
            <p:ph idx="9" type="subTitle"/>
          </p:nvPr>
        </p:nvSpPr>
        <p:spPr>
          <a:xfrm>
            <a:off x="5892433" y="1352875"/>
            <a:ext cx="24540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0" name="Google Shape;150;p23"/>
          <p:cNvSpPr txBox="1"/>
          <p:nvPr>
            <p:ph idx="13" type="subTitle"/>
          </p:nvPr>
        </p:nvSpPr>
        <p:spPr>
          <a:xfrm>
            <a:off x="795420" y="29278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1" name="Google Shape;151;p23"/>
          <p:cNvSpPr txBox="1"/>
          <p:nvPr>
            <p:ph idx="14" type="subTitle"/>
          </p:nvPr>
        </p:nvSpPr>
        <p:spPr>
          <a:xfrm>
            <a:off x="3341355" y="29278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2" name="Google Shape;152;p23"/>
          <p:cNvSpPr txBox="1"/>
          <p:nvPr>
            <p:ph idx="15" type="subTitle"/>
          </p:nvPr>
        </p:nvSpPr>
        <p:spPr>
          <a:xfrm>
            <a:off x="5889824" y="29278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53" name="Google Shape;153;p23"/>
          <p:cNvSpPr/>
          <p:nvPr/>
        </p:nvSpPr>
        <p:spPr>
          <a:xfrm>
            <a:off x="0" y="494047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55" name="Shape 155"/>
        <p:cNvGrpSpPr/>
        <p:nvPr/>
      </p:nvGrpSpPr>
      <p:grpSpPr>
        <a:xfrm>
          <a:off x="0" y="0"/>
          <a:ext cx="0" cy="0"/>
          <a:chOff x="0" y="0"/>
          <a:chExt cx="0" cy="0"/>
        </a:xfrm>
      </p:grpSpPr>
      <p:pic>
        <p:nvPicPr>
          <p:cNvPr id="156" name="Google Shape;156;p24"/>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57" name="Google Shape;157;p24"/>
          <p:cNvSpPr/>
          <p:nvPr/>
        </p:nvSpPr>
        <p:spPr>
          <a:xfrm>
            <a:off x="811625" y="48391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4"/>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4"/>
          <p:cNvSpPr txBox="1"/>
          <p:nvPr>
            <p:ph hasCustomPrompt="1" type="title"/>
          </p:nvPr>
        </p:nvSpPr>
        <p:spPr>
          <a:xfrm>
            <a:off x="1564850" y="643073"/>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60" name="Google Shape;160;p24"/>
          <p:cNvSpPr txBox="1"/>
          <p:nvPr>
            <p:ph idx="1" type="subTitle"/>
          </p:nvPr>
        </p:nvSpPr>
        <p:spPr>
          <a:xfrm>
            <a:off x="1564850" y="1326150"/>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24"/>
          <p:cNvSpPr txBox="1"/>
          <p:nvPr>
            <p:ph hasCustomPrompt="1" idx="2" type="title"/>
          </p:nvPr>
        </p:nvSpPr>
        <p:spPr>
          <a:xfrm>
            <a:off x="1564850" y="2015773"/>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62" name="Google Shape;162;p24"/>
          <p:cNvSpPr txBox="1"/>
          <p:nvPr>
            <p:ph idx="3" type="subTitle"/>
          </p:nvPr>
        </p:nvSpPr>
        <p:spPr>
          <a:xfrm>
            <a:off x="1564850" y="2698849"/>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3" name="Google Shape;163;p24"/>
          <p:cNvSpPr txBox="1"/>
          <p:nvPr>
            <p:ph hasCustomPrompt="1" idx="4" type="title"/>
          </p:nvPr>
        </p:nvSpPr>
        <p:spPr>
          <a:xfrm>
            <a:off x="1564850" y="3388472"/>
            <a:ext cx="60144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8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64" name="Google Shape;164;p24"/>
          <p:cNvSpPr txBox="1"/>
          <p:nvPr>
            <p:ph idx="5" type="subTitle"/>
          </p:nvPr>
        </p:nvSpPr>
        <p:spPr>
          <a:xfrm>
            <a:off x="1564850" y="4071549"/>
            <a:ext cx="60144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65" name="Shape 165"/>
        <p:cNvGrpSpPr/>
        <p:nvPr/>
      </p:nvGrpSpPr>
      <p:grpSpPr>
        <a:xfrm>
          <a:off x="0" y="0"/>
          <a:ext cx="0" cy="0"/>
          <a:chOff x="0" y="0"/>
          <a:chExt cx="0" cy="0"/>
        </a:xfrm>
      </p:grpSpPr>
      <p:pic>
        <p:nvPicPr>
          <p:cNvPr id="166" name="Google Shape;166;p2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67" name="Google Shape;167;p25"/>
          <p:cNvSpPr txBox="1"/>
          <p:nvPr>
            <p:ph type="ctrTitle"/>
          </p:nvPr>
        </p:nvSpPr>
        <p:spPr>
          <a:xfrm>
            <a:off x="715100" y="535000"/>
            <a:ext cx="4379400" cy="813300"/>
          </a:xfrm>
          <a:prstGeom prst="rect">
            <a:avLst/>
          </a:prstGeom>
        </p:spPr>
        <p:txBody>
          <a:bodyPr anchorCtr="0" anchor="t"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68" name="Google Shape;168;p25"/>
          <p:cNvSpPr txBox="1"/>
          <p:nvPr>
            <p:ph idx="1" type="subTitle"/>
          </p:nvPr>
        </p:nvSpPr>
        <p:spPr>
          <a:xfrm>
            <a:off x="715200" y="1394275"/>
            <a:ext cx="4379400" cy="134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69" name="Google Shape;169;p25"/>
          <p:cNvSpPr txBox="1"/>
          <p:nvPr/>
        </p:nvSpPr>
        <p:spPr>
          <a:xfrm>
            <a:off x="715100" y="3563450"/>
            <a:ext cx="43794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Open Sans"/>
                <a:ea typeface="Open Sans"/>
                <a:cs typeface="Open Sans"/>
                <a:sym typeface="Open Sans"/>
              </a:rPr>
              <a:t>CREDITS: This presentation template was created by </a:t>
            </a:r>
            <a:r>
              <a:rPr b="1" lang="en" sz="1000">
                <a:solidFill>
                  <a:schemeClr val="hlink"/>
                </a:solidFill>
                <a:uFill>
                  <a:noFill/>
                </a:uFill>
                <a:latin typeface="Open Sans"/>
                <a:ea typeface="Open Sans"/>
                <a:cs typeface="Open Sans"/>
                <a:sym typeface="Open Sans"/>
                <a:hlinkClick r:id="rId3"/>
              </a:rPr>
              <a:t>Slidesgo</a:t>
            </a:r>
            <a:r>
              <a:rPr lang="en" sz="1000">
                <a:solidFill>
                  <a:schemeClr val="dk1"/>
                </a:solidFill>
                <a:latin typeface="Open Sans"/>
                <a:ea typeface="Open Sans"/>
                <a:cs typeface="Open Sans"/>
                <a:sym typeface="Open Sans"/>
              </a:rPr>
              <a:t>, including icons by </a:t>
            </a:r>
            <a:r>
              <a:rPr b="1" lang="en" sz="1000">
                <a:solidFill>
                  <a:schemeClr val="dk1"/>
                </a:solidFill>
                <a:uFill>
                  <a:noFill/>
                </a:uFill>
                <a:latin typeface="Open Sans"/>
                <a:ea typeface="Open Sans"/>
                <a:cs typeface="Open Sans"/>
                <a:sym typeface="Open Sans"/>
                <a:hlinkClick r:id="rId4">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a:solidFill>
                  <a:schemeClr val="dk1"/>
                </a:solidFill>
                <a:uFill>
                  <a:noFill/>
                </a:uFill>
                <a:latin typeface="Open Sans"/>
                <a:ea typeface="Open Sans"/>
                <a:cs typeface="Open Sans"/>
                <a:sym typeface="Open Sans"/>
                <a:hlinkClick r:id="rId5">
                  <a:extLst>
                    <a:ext uri="{A12FA001-AC4F-418D-AE19-62706E023703}">
                      <ahyp:hlinkClr val="tx"/>
                    </a:ext>
                  </a:extLst>
                </a:hlinkClick>
              </a:rPr>
              <a:t>Freepik</a:t>
            </a:r>
            <a:endParaRPr b="1" sz="1000">
              <a:solidFill>
                <a:schemeClr val="dk1"/>
              </a:solidFill>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70" name="Shape 170"/>
        <p:cNvGrpSpPr/>
        <p:nvPr/>
      </p:nvGrpSpPr>
      <p:grpSpPr>
        <a:xfrm>
          <a:off x="0" y="0"/>
          <a:ext cx="0" cy="0"/>
          <a:chOff x="0" y="0"/>
          <a:chExt cx="0" cy="0"/>
        </a:xfrm>
      </p:grpSpPr>
      <p:pic>
        <p:nvPicPr>
          <p:cNvPr id="171" name="Google Shape;171;p26"/>
          <p:cNvPicPr preferRelativeResize="0"/>
          <p:nvPr/>
        </p:nvPicPr>
        <p:blipFill>
          <a:blip r:embed="rId2">
            <a:alphaModFix amt="15000"/>
          </a:blip>
          <a:stretch>
            <a:fillRect/>
          </a:stretch>
        </p:blipFill>
        <p:spPr>
          <a:xfrm>
            <a:off x="0" y="0"/>
            <a:ext cx="9144003" cy="5143501"/>
          </a:xfrm>
          <a:prstGeom prst="rect">
            <a:avLst/>
          </a:prstGeom>
          <a:noFill/>
          <a:ln>
            <a:noFill/>
          </a:ln>
        </p:spPr>
      </p:pic>
      <p:grpSp>
        <p:nvGrpSpPr>
          <p:cNvPr id="172" name="Google Shape;172;p26"/>
          <p:cNvGrpSpPr/>
          <p:nvPr/>
        </p:nvGrpSpPr>
        <p:grpSpPr>
          <a:xfrm flipH="1">
            <a:off x="-1857150" y="-818025"/>
            <a:ext cx="12357100" cy="6257076"/>
            <a:chOff x="-1343750" y="-818025"/>
            <a:chExt cx="12357100" cy="6257076"/>
          </a:xfrm>
        </p:grpSpPr>
        <p:sp>
          <p:nvSpPr>
            <p:cNvPr id="173" name="Google Shape;173;p26"/>
            <p:cNvSpPr/>
            <p:nvPr/>
          </p:nvSpPr>
          <p:spPr>
            <a:xfrm>
              <a:off x="811625" y="48391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6"/>
            <p:cNvSpPr/>
            <p:nvPr/>
          </p:nvSpPr>
          <p:spPr>
            <a:xfrm>
              <a:off x="6066925" y="217425"/>
              <a:ext cx="31890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5" name="Google Shape;175;p26"/>
            <p:cNvPicPr preferRelativeResize="0"/>
            <p:nvPr/>
          </p:nvPicPr>
          <p:blipFill rotWithShape="1">
            <a:blip r:embed="rId3">
              <a:alphaModFix/>
            </a:blip>
            <a:srcRect b="0" l="23225" r="0" t="0"/>
            <a:stretch/>
          </p:blipFill>
          <p:spPr>
            <a:xfrm>
              <a:off x="8559375" y="1177125"/>
              <a:ext cx="2453974" cy="4261926"/>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76" name="Google Shape;176;p26"/>
            <p:cNvPicPr preferRelativeResize="0"/>
            <p:nvPr/>
          </p:nvPicPr>
          <p:blipFill rotWithShape="1">
            <a:blip r:embed="rId3">
              <a:alphaModFix/>
            </a:blip>
            <a:srcRect b="0" l="23222" r="12362" t="0"/>
            <a:stretch/>
          </p:blipFill>
          <p:spPr>
            <a:xfrm>
              <a:off x="-1343750" y="-818025"/>
              <a:ext cx="2058900" cy="4261924"/>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77" name="Google Shape;177;p26"/>
            <p:cNvPicPr preferRelativeResize="0"/>
            <p:nvPr/>
          </p:nvPicPr>
          <p:blipFill rotWithShape="1">
            <a:blip r:embed="rId4">
              <a:alphaModFix/>
            </a:blip>
            <a:srcRect b="0" l="0" r="0" t="14318"/>
            <a:stretch/>
          </p:blipFill>
          <p:spPr>
            <a:xfrm>
              <a:off x="8424000" y="134600"/>
              <a:ext cx="1123449" cy="1346276"/>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78" name="Google Shape;178;p26"/>
            <p:cNvPicPr preferRelativeResize="0"/>
            <p:nvPr/>
          </p:nvPicPr>
          <p:blipFill rotWithShape="1">
            <a:blip r:embed="rId5">
              <a:alphaModFix/>
            </a:blip>
            <a:srcRect b="0" l="10552" r="21679" t="0"/>
            <a:stretch/>
          </p:blipFill>
          <p:spPr>
            <a:xfrm>
              <a:off x="-536425" y="3028775"/>
              <a:ext cx="1123449" cy="1756500"/>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grpSp>
          <p:nvGrpSpPr>
            <p:cNvPr id="179" name="Google Shape;179;p26"/>
            <p:cNvGrpSpPr/>
            <p:nvPr/>
          </p:nvGrpSpPr>
          <p:grpSpPr>
            <a:xfrm flipH="1" rot="212416">
              <a:off x="114761" y="2699214"/>
              <a:ext cx="770952" cy="673321"/>
              <a:chOff x="4318300" y="2960450"/>
              <a:chExt cx="161050" cy="106625"/>
            </a:xfrm>
          </p:grpSpPr>
          <p:sp>
            <p:nvSpPr>
              <p:cNvPr id="180" name="Google Shape;180;p26"/>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6"/>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 name="Google Shape;182;p26"/>
            <p:cNvGrpSpPr/>
            <p:nvPr/>
          </p:nvGrpSpPr>
          <p:grpSpPr>
            <a:xfrm flipH="1" rot="212416">
              <a:off x="8205936" y="1040889"/>
              <a:ext cx="770952" cy="673321"/>
              <a:chOff x="4318300" y="2960450"/>
              <a:chExt cx="161050" cy="106625"/>
            </a:xfrm>
          </p:grpSpPr>
          <p:sp>
            <p:nvSpPr>
              <p:cNvPr id="183" name="Google Shape;183;p26"/>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6"/>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 name="Google Shape;185;p26"/>
            <p:cNvSpPr/>
            <p:nvPr/>
          </p:nvSpPr>
          <p:spPr>
            <a:xfrm>
              <a:off x="297025" y="4471200"/>
              <a:ext cx="672300" cy="672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6"/>
            <p:cNvSpPr/>
            <p:nvPr/>
          </p:nvSpPr>
          <p:spPr>
            <a:xfrm>
              <a:off x="8150500" y="52000"/>
              <a:ext cx="483000" cy="483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87" name="Shape 187"/>
        <p:cNvGrpSpPr/>
        <p:nvPr/>
      </p:nvGrpSpPr>
      <p:grpSpPr>
        <a:xfrm>
          <a:off x="0" y="0"/>
          <a:ext cx="0" cy="0"/>
          <a:chOff x="0" y="0"/>
          <a:chExt cx="0" cy="0"/>
        </a:xfrm>
      </p:grpSpPr>
      <p:pic>
        <p:nvPicPr>
          <p:cNvPr id="188" name="Google Shape;188;p27"/>
          <p:cNvPicPr preferRelativeResize="0"/>
          <p:nvPr/>
        </p:nvPicPr>
        <p:blipFill>
          <a:blip r:embed="rId2">
            <a:alphaModFix amt="15000"/>
          </a:blip>
          <a:stretch>
            <a:fillRect/>
          </a:stretch>
        </p:blipFill>
        <p:spPr>
          <a:xfrm>
            <a:off x="0" y="0"/>
            <a:ext cx="9144003" cy="5143501"/>
          </a:xfrm>
          <a:prstGeom prst="rect">
            <a:avLst/>
          </a:prstGeom>
          <a:noFill/>
          <a:ln>
            <a:noFill/>
          </a:ln>
        </p:spPr>
      </p:pic>
      <p:grpSp>
        <p:nvGrpSpPr>
          <p:cNvPr id="189" name="Google Shape;189;p27"/>
          <p:cNvGrpSpPr/>
          <p:nvPr/>
        </p:nvGrpSpPr>
        <p:grpSpPr>
          <a:xfrm flipH="1">
            <a:off x="-1843625" y="-184647"/>
            <a:ext cx="12357100" cy="5660822"/>
            <a:chOff x="-1343750" y="-184647"/>
            <a:chExt cx="12357100" cy="5660822"/>
          </a:xfrm>
        </p:grpSpPr>
        <p:sp>
          <p:nvSpPr>
            <p:cNvPr id="190" name="Google Shape;190;p27"/>
            <p:cNvSpPr/>
            <p:nvPr/>
          </p:nvSpPr>
          <p:spPr>
            <a:xfrm>
              <a:off x="0" y="4940475"/>
              <a:ext cx="3189000" cy="74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6066925" y="2174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 name="Google Shape;192;p27"/>
            <p:cNvPicPr preferRelativeResize="0"/>
            <p:nvPr/>
          </p:nvPicPr>
          <p:blipFill rotWithShape="1">
            <a:blip r:embed="rId3">
              <a:alphaModFix/>
            </a:blip>
            <a:srcRect b="0" l="11615" r="11615" t="0"/>
            <a:stretch/>
          </p:blipFill>
          <p:spPr>
            <a:xfrm>
              <a:off x="8559375" y="1177125"/>
              <a:ext cx="2453974" cy="4261926"/>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93" name="Google Shape;193;p27"/>
            <p:cNvPicPr preferRelativeResize="0"/>
            <p:nvPr/>
          </p:nvPicPr>
          <p:blipFill rotWithShape="1">
            <a:blip r:embed="rId3">
              <a:alphaModFix/>
            </a:blip>
            <a:srcRect b="0" l="17797" r="17791" t="0"/>
            <a:stretch/>
          </p:blipFill>
          <p:spPr>
            <a:xfrm>
              <a:off x="-1343750" y="292125"/>
              <a:ext cx="2058900" cy="4261924"/>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94" name="Google Shape;194;p27"/>
            <p:cNvPicPr preferRelativeResize="0"/>
            <p:nvPr/>
          </p:nvPicPr>
          <p:blipFill rotWithShape="1">
            <a:blip r:embed="rId4">
              <a:alphaModFix/>
            </a:blip>
            <a:srcRect b="0" l="0" r="0" t="14318"/>
            <a:stretch/>
          </p:blipFill>
          <p:spPr>
            <a:xfrm>
              <a:off x="-536650" y="3668900"/>
              <a:ext cx="1123449" cy="1346276"/>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pic>
          <p:nvPicPr>
            <p:cNvPr id="195" name="Google Shape;195;p27"/>
            <p:cNvPicPr preferRelativeResize="0"/>
            <p:nvPr/>
          </p:nvPicPr>
          <p:blipFill rotWithShape="1">
            <a:blip r:embed="rId5">
              <a:alphaModFix/>
            </a:blip>
            <a:srcRect b="0" l="13816" r="13809" t="0"/>
            <a:stretch/>
          </p:blipFill>
          <p:spPr>
            <a:xfrm>
              <a:off x="7933975" y="123975"/>
              <a:ext cx="1123450" cy="1756500"/>
            </a:xfrm>
            <a:prstGeom prst="rect">
              <a:avLst/>
            </a:prstGeom>
            <a:noFill/>
            <a:ln cap="flat" cmpd="sng" w="3810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grpSp>
          <p:nvGrpSpPr>
            <p:cNvPr id="196" name="Google Shape;196;p27"/>
            <p:cNvGrpSpPr/>
            <p:nvPr/>
          </p:nvGrpSpPr>
          <p:grpSpPr>
            <a:xfrm flipH="1" rot="212416">
              <a:off x="97211" y="3286914"/>
              <a:ext cx="770952" cy="673321"/>
              <a:chOff x="4314379" y="3053510"/>
              <a:chExt cx="161050" cy="106625"/>
            </a:xfrm>
          </p:grpSpPr>
          <p:sp>
            <p:nvSpPr>
              <p:cNvPr id="197" name="Google Shape;197;p27"/>
              <p:cNvSpPr/>
              <p:nvPr/>
            </p:nvSpPr>
            <p:spPr>
              <a:xfrm>
                <a:off x="4314379" y="305351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4353054" y="308098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27"/>
            <p:cNvGrpSpPr/>
            <p:nvPr/>
          </p:nvGrpSpPr>
          <p:grpSpPr>
            <a:xfrm flipH="1" rot="212416">
              <a:off x="8575361" y="-161486"/>
              <a:ext cx="770952" cy="673321"/>
              <a:chOff x="4256784" y="2766797"/>
              <a:chExt cx="161050" cy="106625"/>
            </a:xfrm>
          </p:grpSpPr>
          <p:sp>
            <p:nvSpPr>
              <p:cNvPr id="200" name="Google Shape;200;p27"/>
              <p:cNvSpPr/>
              <p:nvPr/>
            </p:nvSpPr>
            <p:spPr>
              <a:xfrm>
                <a:off x="4256784" y="2766797"/>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4295459" y="2794272"/>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7"/>
            <p:cNvSpPr/>
            <p:nvPr/>
          </p:nvSpPr>
          <p:spPr>
            <a:xfrm>
              <a:off x="378950" y="0"/>
              <a:ext cx="672300" cy="672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8283825" y="45321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 name="Google Shape;204;p27"/>
            <p:cNvGrpSpPr/>
            <p:nvPr/>
          </p:nvGrpSpPr>
          <p:grpSpPr>
            <a:xfrm flipH="1" rot="-4035931">
              <a:off x="206295" y="4653882"/>
              <a:ext cx="770950" cy="673327"/>
              <a:chOff x="4374842" y="2983689"/>
              <a:chExt cx="161050" cy="106625"/>
            </a:xfrm>
          </p:grpSpPr>
          <p:sp>
            <p:nvSpPr>
              <p:cNvPr id="205" name="Google Shape;205;p27"/>
              <p:cNvSpPr/>
              <p:nvPr/>
            </p:nvSpPr>
            <p:spPr>
              <a:xfrm>
                <a:off x="4374842" y="2983689"/>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4413517" y="3011164"/>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1pPr>
            <a:lvl2pPr lvl="1"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2pPr>
            <a:lvl3pPr lvl="2"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3pPr>
            <a:lvl4pPr lvl="3"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4pPr>
            <a:lvl5pPr lvl="4"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5pPr>
            <a:lvl6pPr lvl="5"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6pPr>
            <a:lvl7pPr lvl="6"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7pPr>
            <a:lvl8pPr lvl="7"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8pPr>
            <a:lvl9pPr lvl="8" rtl="0" algn="ctr">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ctrTitle"/>
          </p:nvPr>
        </p:nvSpPr>
        <p:spPr>
          <a:xfrm>
            <a:off x="3355950" y="1225713"/>
            <a:ext cx="5073000" cy="1871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5000"/>
              <a:t>CogniFlow AI</a:t>
            </a:r>
            <a:endParaRPr sz="4000"/>
          </a:p>
        </p:txBody>
      </p:sp>
      <p:sp>
        <p:nvSpPr>
          <p:cNvPr id="212" name="Google Shape;212;p28"/>
          <p:cNvSpPr txBox="1"/>
          <p:nvPr>
            <p:ph idx="1" type="subTitle"/>
          </p:nvPr>
        </p:nvSpPr>
        <p:spPr>
          <a:xfrm>
            <a:off x="5173725" y="3229900"/>
            <a:ext cx="3255300" cy="1533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An intelligent multi-agent assistant that detects cognitive load and intervenes with precision. No diagnosis required.</a:t>
            </a:r>
            <a:endParaRPr/>
          </a:p>
        </p:txBody>
      </p:sp>
      <p:sp>
        <p:nvSpPr>
          <p:cNvPr id="213" name="Google Shape;213;p28"/>
          <p:cNvSpPr/>
          <p:nvPr/>
        </p:nvSpPr>
        <p:spPr>
          <a:xfrm>
            <a:off x="2112600" y="4918300"/>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a:off x="-72475" y="639250"/>
            <a:ext cx="615000" cy="325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679175" y="188425"/>
            <a:ext cx="2248800" cy="129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6" name="Google Shape;216;p28"/>
          <p:cNvGrpSpPr/>
          <p:nvPr/>
        </p:nvGrpSpPr>
        <p:grpSpPr>
          <a:xfrm flipH="1" rot="-4412243">
            <a:off x="1295013" y="2059760"/>
            <a:ext cx="770954" cy="673325"/>
            <a:chOff x="4318300" y="2960450"/>
            <a:chExt cx="161050" cy="106625"/>
          </a:xfrm>
        </p:grpSpPr>
        <p:sp>
          <p:nvSpPr>
            <p:cNvPr id="217" name="Google Shape;217;p2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28"/>
          <p:cNvGrpSpPr/>
          <p:nvPr/>
        </p:nvGrpSpPr>
        <p:grpSpPr>
          <a:xfrm flipH="1" rot="-6994513">
            <a:off x="750920" y="4086261"/>
            <a:ext cx="770957" cy="673324"/>
            <a:chOff x="4318300" y="2960450"/>
            <a:chExt cx="161050" cy="106625"/>
          </a:xfrm>
        </p:grpSpPr>
        <p:sp>
          <p:nvSpPr>
            <p:cNvPr id="220" name="Google Shape;220;p2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28"/>
          <p:cNvGrpSpPr/>
          <p:nvPr/>
        </p:nvGrpSpPr>
        <p:grpSpPr>
          <a:xfrm flipH="1" rot="212416">
            <a:off x="3799861" y="3120589"/>
            <a:ext cx="770952" cy="673321"/>
            <a:chOff x="4318300" y="2960450"/>
            <a:chExt cx="161050" cy="106625"/>
          </a:xfrm>
        </p:grpSpPr>
        <p:sp>
          <p:nvSpPr>
            <p:cNvPr id="223" name="Google Shape;223;p2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28"/>
          <p:cNvSpPr/>
          <p:nvPr/>
        </p:nvSpPr>
        <p:spPr>
          <a:xfrm>
            <a:off x="894900" y="3531000"/>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8"/>
          <p:cNvSpPr/>
          <p:nvPr/>
        </p:nvSpPr>
        <p:spPr>
          <a:xfrm>
            <a:off x="225700" y="1466025"/>
            <a:ext cx="2149500" cy="7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8"/>
          <p:cNvSpPr/>
          <p:nvPr/>
        </p:nvSpPr>
        <p:spPr>
          <a:xfrm>
            <a:off x="3093925" y="487150"/>
            <a:ext cx="483000" cy="483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p:nvPr/>
        </p:nvSpPr>
        <p:spPr>
          <a:xfrm>
            <a:off x="6895200" y="0"/>
            <a:ext cx="2248800" cy="129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txBox="1"/>
          <p:nvPr>
            <p:ph type="title"/>
          </p:nvPr>
        </p:nvSpPr>
        <p:spPr>
          <a:xfrm>
            <a:off x="720000" y="445025"/>
            <a:ext cx="4549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a:t>
            </a:r>
            <a:endParaRPr/>
          </a:p>
        </p:txBody>
      </p:sp>
      <p:sp>
        <p:nvSpPr>
          <p:cNvPr id="234" name="Google Shape;234;p29"/>
          <p:cNvSpPr txBox="1"/>
          <p:nvPr>
            <p:ph idx="1" type="body"/>
          </p:nvPr>
        </p:nvSpPr>
        <p:spPr>
          <a:xfrm>
            <a:off x="720000" y="1547575"/>
            <a:ext cx="4244400" cy="26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Neurodivergent professionals don't struggle with the work itself. They struggle with doing the work while simultaneously performing neurotypicality.</a:t>
            </a:r>
            <a:endParaRPr/>
          </a:p>
          <a:p>
            <a:pPr indent="-304800" lvl="0" marL="457200" rtl="0" algn="l">
              <a:spcBef>
                <a:spcPts val="1000"/>
              </a:spcBef>
              <a:spcAft>
                <a:spcPts val="0"/>
              </a:spcAft>
              <a:buSzPts val="1200"/>
              <a:buFont typeface="Open Sans Light"/>
              <a:buChar char="●"/>
            </a:pPr>
            <a:r>
              <a:rPr lang="en"/>
              <a:t>1 in 5 tech professionals is neurodivergent</a:t>
            </a:r>
            <a:endParaRPr/>
          </a:p>
          <a:p>
            <a:pPr indent="-304800" lvl="0" marL="457200" rtl="0" algn="l">
              <a:spcBef>
                <a:spcPts val="0"/>
              </a:spcBef>
              <a:spcAft>
                <a:spcPts val="0"/>
              </a:spcAft>
              <a:buSzPts val="1200"/>
              <a:buFont typeface="Open Sans Light"/>
              <a:buChar char="●"/>
            </a:pPr>
            <a:r>
              <a:rPr lang="en"/>
              <a:t>30–40% of working memory consumed by masking</a:t>
            </a:r>
            <a:endParaRPr/>
          </a:p>
          <a:p>
            <a:pPr indent="-304800" lvl="0" marL="457200" rtl="0" algn="l">
              <a:spcBef>
                <a:spcPts val="0"/>
              </a:spcBef>
              <a:spcAft>
                <a:spcPts val="1000"/>
              </a:spcAft>
              <a:buSzPts val="1200"/>
              <a:buFont typeface="Open Sans Light"/>
              <a:buChar char="●"/>
            </a:pPr>
            <a:r>
              <a:rPr lang="en"/>
              <a:t>No existing tool detects or addresses this cost</a:t>
            </a:r>
            <a:endParaRPr/>
          </a:p>
        </p:txBody>
      </p:sp>
      <p:grpSp>
        <p:nvGrpSpPr>
          <p:cNvPr id="235" name="Google Shape;235;p29"/>
          <p:cNvGrpSpPr/>
          <p:nvPr/>
        </p:nvGrpSpPr>
        <p:grpSpPr>
          <a:xfrm flipH="1" rot="212416">
            <a:off x="8504861" y="-108311"/>
            <a:ext cx="770952" cy="673321"/>
            <a:chOff x="4318300" y="2960450"/>
            <a:chExt cx="161050" cy="106625"/>
          </a:xfrm>
        </p:grpSpPr>
        <p:sp>
          <p:nvSpPr>
            <p:cNvPr id="236" name="Google Shape;236;p29"/>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29"/>
          <p:cNvGrpSpPr/>
          <p:nvPr/>
        </p:nvGrpSpPr>
        <p:grpSpPr>
          <a:xfrm flipH="1" rot="212416">
            <a:off x="5392686" y="4587939"/>
            <a:ext cx="770952" cy="673321"/>
            <a:chOff x="4318300" y="2960450"/>
            <a:chExt cx="161050" cy="106625"/>
          </a:xfrm>
        </p:grpSpPr>
        <p:sp>
          <p:nvSpPr>
            <p:cNvPr id="239" name="Google Shape;239;p29"/>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9"/>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29"/>
          <p:cNvGrpSpPr/>
          <p:nvPr/>
        </p:nvGrpSpPr>
        <p:grpSpPr>
          <a:xfrm flipH="1" rot="-2230191">
            <a:off x="8319715" y="3923476"/>
            <a:ext cx="770944" cy="673321"/>
            <a:chOff x="4318300" y="2960450"/>
            <a:chExt cx="161050" cy="106625"/>
          </a:xfrm>
        </p:grpSpPr>
        <p:sp>
          <p:nvSpPr>
            <p:cNvPr id="242" name="Google Shape;242;p29"/>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9"/>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 name="Google Shape;244;p29"/>
          <p:cNvSpPr/>
          <p:nvPr/>
        </p:nvSpPr>
        <p:spPr>
          <a:xfrm>
            <a:off x="5466925" y="3912513"/>
            <a:ext cx="483000" cy="483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p:nvPr/>
        </p:nvSpPr>
        <p:spPr>
          <a:xfrm>
            <a:off x="524800" y="1533069"/>
            <a:ext cx="3580200" cy="7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0"/>
          <p:cNvSpPr/>
          <p:nvPr/>
        </p:nvSpPr>
        <p:spPr>
          <a:xfrm>
            <a:off x="545950" y="2516286"/>
            <a:ext cx="3580200" cy="7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People We Built This For</a:t>
            </a:r>
            <a:endParaRPr/>
          </a:p>
        </p:txBody>
      </p:sp>
      <p:sp>
        <p:nvSpPr>
          <p:cNvPr id="252" name="Google Shape;252;p30"/>
          <p:cNvSpPr txBox="1"/>
          <p:nvPr>
            <p:ph idx="4294967295" type="subTitle"/>
          </p:nvPr>
        </p:nvSpPr>
        <p:spPr>
          <a:xfrm>
            <a:off x="1326491" y="1266425"/>
            <a:ext cx="29793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latin typeface="MuseoModerno Medium"/>
                <a:ea typeface="MuseoModerno Medium"/>
                <a:cs typeface="MuseoModerno Medium"/>
                <a:sym typeface="MuseoModerno Medium"/>
              </a:rPr>
              <a:t>Sofia: ADHD · Executive Load</a:t>
            </a:r>
            <a:endParaRPr sz="1400">
              <a:latin typeface="MuseoModerno Medium"/>
              <a:ea typeface="MuseoModerno Medium"/>
              <a:cs typeface="MuseoModerno Medium"/>
              <a:sym typeface="MuseoModerno Medium"/>
            </a:endParaRPr>
          </a:p>
        </p:txBody>
      </p:sp>
      <p:sp>
        <p:nvSpPr>
          <p:cNvPr id="253" name="Google Shape;253;p30"/>
          <p:cNvSpPr txBox="1"/>
          <p:nvPr>
            <p:ph idx="4294967295" type="subTitle"/>
          </p:nvPr>
        </p:nvSpPr>
        <p:spPr>
          <a:xfrm>
            <a:off x="1347641" y="2245741"/>
            <a:ext cx="29793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latin typeface="MuseoModerno Medium"/>
                <a:ea typeface="MuseoModerno Medium"/>
                <a:cs typeface="MuseoModerno Medium"/>
                <a:sym typeface="MuseoModerno Medium"/>
              </a:rPr>
              <a:t>Ana</a:t>
            </a:r>
            <a:r>
              <a:rPr lang="en" sz="1400">
                <a:latin typeface="MuseoModerno Medium"/>
                <a:ea typeface="MuseoModerno Medium"/>
                <a:cs typeface="MuseoModerno Medium"/>
                <a:sym typeface="MuseoModerno Medium"/>
              </a:rPr>
              <a:t>: Autism · UX Designer</a:t>
            </a:r>
            <a:endParaRPr sz="1400">
              <a:latin typeface="MuseoModerno Medium"/>
              <a:ea typeface="MuseoModerno Medium"/>
              <a:cs typeface="MuseoModerno Medium"/>
              <a:sym typeface="MuseoModerno Medium"/>
            </a:endParaRPr>
          </a:p>
        </p:txBody>
      </p:sp>
      <p:sp>
        <p:nvSpPr>
          <p:cNvPr id="254" name="Google Shape;254;p30"/>
          <p:cNvSpPr/>
          <p:nvPr/>
        </p:nvSpPr>
        <p:spPr>
          <a:xfrm>
            <a:off x="558925" y="37489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0"/>
          <p:cNvSpPr/>
          <p:nvPr/>
        </p:nvSpPr>
        <p:spPr>
          <a:xfrm>
            <a:off x="811625" y="48391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30"/>
          <p:cNvGrpSpPr/>
          <p:nvPr/>
        </p:nvGrpSpPr>
        <p:grpSpPr>
          <a:xfrm flipH="1" rot="212416">
            <a:off x="52661" y="-226611"/>
            <a:ext cx="770952" cy="673321"/>
            <a:chOff x="4318300" y="2960450"/>
            <a:chExt cx="161050" cy="106625"/>
          </a:xfrm>
        </p:grpSpPr>
        <p:sp>
          <p:nvSpPr>
            <p:cNvPr id="257" name="Google Shape;257;p30"/>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30"/>
          <p:cNvGrpSpPr/>
          <p:nvPr/>
        </p:nvGrpSpPr>
        <p:grpSpPr>
          <a:xfrm flipH="1" rot="-2230191">
            <a:off x="414952" y="3972701"/>
            <a:ext cx="770944" cy="673321"/>
            <a:chOff x="4318300" y="2960450"/>
            <a:chExt cx="161050" cy="106625"/>
          </a:xfrm>
        </p:grpSpPr>
        <p:sp>
          <p:nvSpPr>
            <p:cNvPr id="260" name="Google Shape;260;p30"/>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0"/>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 name="Google Shape;262;p30"/>
          <p:cNvGrpSpPr/>
          <p:nvPr/>
        </p:nvGrpSpPr>
        <p:grpSpPr>
          <a:xfrm flipH="1" rot="-2230191">
            <a:off x="8457465" y="-36649"/>
            <a:ext cx="770944" cy="673321"/>
            <a:chOff x="4318300" y="2960450"/>
            <a:chExt cx="161050" cy="106625"/>
          </a:xfrm>
        </p:grpSpPr>
        <p:sp>
          <p:nvSpPr>
            <p:cNvPr id="263" name="Google Shape;263;p30"/>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 name="Google Shape;265;p30"/>
          <p:cNvSpPr/>
          <p:nvPr/>
        </p:nvSpPr>
        <p:spPr>
          <a:xfrm>
            <a:off x="8472775" y="3855750"/>
            <a:ext cx="292200" cy="29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
          <p:cNvSpPr/>
          <p:nvPr/>
        </p:nvSpPr>
        <p:spPr>
          <a:xfrm>
            <a:off x="558938" y="3658423"/>
            <a:ext cx="3580200" cy="79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0"/>
          <p:cNvSpPr txBox="1"/>
          <p:nvPr>
            <p:ph idx="4294967295" type="subTitle"/>
          </p:nvPr>
        </p:nvSpPr>
        <p:spPr>
          <a:xfrm>
            <a:off x="1362379" y="3392941"/>
            <a:ext cx="2979300" cy="44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latin typeface="MuseoModerno Medium"/>
                <a:ea typeface="MuseoModerno Medium"/>
                <a:cs typeface="MuseoModerno Medium"/>
                <a:sym typeface="MuseoModerno Medium"/>
              </a:rPr>
              <a:t>Miguel</a:t>
            </a:r>
            <a:r>
              <a:rPr lang="en" sz="1400">
                <a:latin typeface="MuseoModerno Medium"/>
                <a:ea typeface="MuseoModerno Medium"/>
                <a:cs typeface="MuseoModerno Medium"/>
                <a:sym typeface="MuseoModerno Medium"/>
              </a:rPr>
              <a:t>: Dyslexia · Data Analyst</a:t>
            </a:r>
            <a:endParaRPr sz="1400">
              <a:latin typeface="MuseoModerno Medium"/>
              <a:ea typeface="MuseoModerno Medium"/>
              <a:cs typeface="MuseoModerno Medium"/>
              <a:sym typeface="MuseoModerno Medium"/>
            </a:endParaRPr>
          </a:p>
        </p:txBody>
      </p:sp>
      <p:sp>
        <p:nvSpPr>
          <p:cNvPr id="268" name="Google Shape;268;p30"/>
          <p:cNvSpPr txBox="1"/>
          <p:nvPr>
            <p:ph idx="4294967295" type="subTitle"/>
          </p:nvPr>
        </p:nvSpPr>
        <p:spPr>
          <a:xfrm>
            <a:off x="4305674" y="1266425"/>
            <a:ext cx="4026600" cy="684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t>Gets stuck mid-task, loses context, can't re-enter.</a:t>
            </a:r>
            <a:endParaRPr sz="900"/>
          </a:p>
          <a:p>
            <a:pPr indent="0" lvl="0" marL="0" rtl="0" algn="l">
              <a:lnSpc>
                <a:spcPct val="100000"/>
              </a:lnSpc>
              <a:spcBef>
                <a:spcPts val="0"/>
              </a:spcBef>
              <a:spcAft>
                <a:spcPts val="0"/>
              </a:spcAft>
              <a:buNone/>
            </a:pPr>
            <a:r>
              <a:rPr i="1" lang="en" sz="900"/>
              <a:t>"Deficits in behavioral inhibition impair the ability to re-engage with interrupted tasks."</a:t>
            </a:r>
            <a:r>
              <a:rPr lang="en" sz="900"/>
              <a:t> Barkley (1997), Executive Functions</a:t>
            </a:r>
            <a:endParaRPr sz="900"/>
          </a:p>
          <a:p>
            <a:pPr indent="0" lvl="0" marL="0" rtl="0" algn="l">
              <a:lnSpc>
                <a:spcPct val="100000"/>
              </a:lnSpc>
              <a:spcBef>
                <a:spcPts val="1200"/>
              </a:spcBef>
              <a:spcAft>
                <a:spcPts val="1200"/>
              </a:spcAft>
              <a:buNone/>
            </a:pPr>
            <a:r>
              <a:rPr lang="en" sz="900"/>
              <a:t>MTI proxy: keystroke latency &gt; 2000ms + abandonment signals </a:t>
            </a:r>
            <a:r>
              <a:rPr b="1" lang="en" sz="900"/>
              <a:t>MTI baseline: 71</a:t>
            </a:r>
            <a:endParaRPr sz="900"/>
          </a:p>
        </p:txBody>
      </p:sp>
      <p:sp>
        <p:nvSpPr>
          <p:cNvPr id="269" name="Google Shape;269;p30"/>
          <p:cNvSpPr txBox="1"/>
          <p:nvPr>
            <p:ph idx="4294967295" type="subTitle"/>
          </p:nvPr>
        </p:nvSpPr>
        <p:spPr>
          <a:xfrm>
            <a:off x="4326949" y="2357263"/>
            <a:ext cx="4026600" cy="684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t>Freezes on ambiguous messages, delays responses for hours.</a:t>
            </a:r>
            <a:endParaRPr sz="900"/>
          </a:p>
          <a:p>
            <a:pPr indent="0" lvl="0" marL="0" rtl="0" algn="l">
              <a:spcBef>
                <a:spcPts val="0"/>
              </a:spcBef>
              <a:spcAft>
                <a:spcPts val="0"/>
              </a:spcAft>
              <a:buNone/>
            </a:pPr>
            <a:r>
              <a:rPr i="1" lang="en" sz="900"/>
              <a:t>"Camouflaging autistic traits requires continuous social monitoring, consuming working memory resources otherwise available for task performance." Hull et al. (2017), CAT-Q</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MTI proxy: section returns &gt; 4 + high latency variance </a:t>
            </a:r>
            <a:r>
              <a:rPr b="1" lang="en" sz="900"/>
              <a:t>MTI baseline: 64</a:t>
            </a:r>
            <a:endParaRPr b="1" sz="900"/>
          </a:p>
        </p:txBody>
      </p:sp>
      <p:sp>
        <p:nvSpPr>
          <p:cNvPr id="270" name="Google Shape;270;p30"/>
          <p:cNvSpPr txBox="1"/>
          <p:nvPr>
            <p:ph idx="4294967295" type="subTitle"/>
          </p:nvPr>
        </p:nvSpPr>
        <p:spPr>
          <a:xfrm>
            <a:off x="4393049" y="3448113"/>
            <a:ext cx="4026600" cy="684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t>Re-reads the same paragraph 4–5 times before acting.</a:t>
            </a:r>
            <a:endParaRPr sz="900"/>
          </a:p>
          <a:p>
            <a:pPr indent="0" lvl="0" marL="0" rtl="0" algn="l">
              <a:spcBef>
                <a:spcPts val="0"/>
              </a:spcBef>
              <a:spcAft>
                <a:spcPts val="0"/>
              </a:spcAft>
              <a:buNone/>
            </a:pPr>
            <a:r>
              <a:rPr i="1" lang="en" sz="900"/>
              <a:t>"Phonological loop overload reduces reading comprehension and increases re-reading frequency in adults with dyslexia." Baddeley (2003), Working Memory Model</a:t>
            </a:r>
            <a:endParaRPr i="1"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MTI proxy: high revision frequency + scroll without progression</a:t>
            </a:r>
            <a:endParaRPr sz="900"/>
          </a:p>
          <a:p>
            <a:pPr indent="0" lvl="0" marL="0" rtl="0" algn="l">
              <a:spcBef>
                <a:spcPts val="0"/>
              </a:spcBef>
              <a:spcAft>
                <a:spcPts val="0"/>
              </a:spcAft>
              <a:buNone/>
            </a:pPr>
            <a:r>
              <a:rPr b="1" lang="en" sz="900"/>
              <a:t>MTI baseline: 58</a:t>
            </a:r>
            <a:endParaRPr b="1" sz="9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CogniFlow Solution</a:t>
            </a:r>
            <a:endParaRPr/>
          </a:p>
        </p:txBody>
      </p:sp>
      <p:sp>
        <p:nvSpPr>
          <p:cNvPr id="276" name="Google Shape;276;p31"/>
          <p:cNvSpPr txBox="1"/>
          <p:nvPr>
            <p:ph idx="3" type="subTitle"/>
          </p:nvPr>
        </p:nvSpPr>
        <p:spPr>
          <a:xfrm>
            <a:off x="1563600" y="1791225"/>
            <a:ext cx="60168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proprietary metric calculated from behavioral proxies: keystroke latency, revision frequency, section returns, and abandonment signals. No form. No declaration. No diagnosis.</a:t>
            </a:r>
            <a:endParaRPr/>
          </a:p>
        </p:txBody>
      </p:sp>
      <p:sp>
        <p:nvSpPr>
          <p:cNvPr id="277" name="Google Shape;277;p31"/>
          <p:cNvSpPr txBox="1"/>
          <p:nvPr>
            <p:ph idx="1" type="subTitle"/>
          </p:nvPr>
        </p:nvSpPr>
        <p:spPr>
          <a:xfrm>
            <a:off x="1563600" y="1402850"/>
            <a:ext cx="60168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MASKING TAX INDEX</a:t>
            </a:r>
            <a:endParaRPr/>
          </a:p>
        </p:txBody>
      </p:sp>
      <p:sp>
        <p:nvSpPr>
          <p:cNvPr id="278" name="Google Shape;278;p31"/>
          <p:cNvSpPr txBox="1"/>
          <p:nvPr>
            <p:ph idx="2" type="subTitle"/>
          </p:nvPr>
        </p:nvSpPr>
        <p:spPr>
          <a:xfrm>
            <a:off x="1563600" y="2794425"/>
            <a:ext cx="60168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APPROACH</a:t>
            </a:r>
            <a:endParaRPr/>
          </a:p>
        </p:txBody>
      </p:sp>
      <p:sp>
        <p:nvSpPr>
          <p:cNvPr id="279" name="Google Shape;279;p31"/>
          <p:cNvSpPr txBox="1"/>
          <p:nvPr>
            <p:ph idx="4" type="subTitle"/>
          </p:nvPr>
        </p:nvSpPr>
        <p:spPr>
          <a:xfrm>
            <a:off x="1563600" y="3182800"/>
            <a:ext cx="60168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 specialized AI agents monitor, classify, and intervene in real time across three professional surfaces: text editor, inbox, and task manager.</a:t>
            </a:r>
            <a:endParaRPr/>
          </a:p>
        </p:txBody>
      </p:sp>
      <p:sp>
        <p:nvSpPr>
          <p:cNvPr id="280" name="Google Shape;280;p31"/>
          <p:cNvSpPr/>
          <p:nvPr/>
        </p:nvSpPr>
        <p:spPr>
          <a:xfrm>
            <a:off x="434088" y="919850"/>
            <a:ext cx="483000" cy="483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1"/>
          <p:cNvSpPr/>
          <p:nvPr/>
        </p:nvSpPr>
        <p:spPr>
          <a:xfrm>
            <a:off x="811625" y="48391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31"/>
          <p:cNvGrpSpPr/>
          <p:nvPr/>
        </p:nvGrpSpPr>
        <p:grpSpPr>
          <a:xfrm flipH="1" rot="212416">
            <a:off x="52661" y="-226611"/>
            <a:ext cx="770952" cy="673321"/>
            <a:chOff x="4318300" y="2960450"/>
            <a:chExt cx="161050" cy="106625"/>
          </a:xfrm>
        </p:grpSpPr>
        <p:sp>
          <p:nvSpPr>
            <p:cNvPr id="283" name="Google Shape;283;p31"/>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1"/>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31"/>
          <p:cNvGrpSpPr/>
          <p:nvPr/>
        </p:nvGrpSpPr>
        <p:grpSpPr>
          <a:xfrm flipH="1" rot="-2230191">
            <a:off x="380815" y="4184376"/>
            <a:ext cx="770944" cy="673321"/>
            <a:chOff x="4318300" y="2960450"/>
            <a:chExt cx="161050" cy="106625"/>
          </a:xfrm>
        </p:grpSpPr>
        <p:sp>
          <p:nvSpPr>
            <p:cNvPr id="286" name="Google Shape;286;p31"/>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1"/>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31"/>
          <p:cNvGrpSpPr/>
          <p:nvPr/>
        </p:nvGrpSpPr>
        <p:grpSpPr>
          <a:xfrm flipH="1" rot="-2230191">
            <a:off x="8457465" y="2444401"/>
            <a:ext cx="770944" cy="673321"/>
            <a:chOff x="4318300" y="2960450"/>
            <a:chExt cx="161050" cy="106625"/>
          </a:xfrm>
        </p:grpSpPr>
        <p:sp>
          <p:nvSpPr>
            <p:cNvPr id="289" name="Google Shape;289;p31"/>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1"/>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 name="Google Shape;291;p31"/>
          <p:cNvSpPr/>
          <p:nvPr/>
        </p:nvSpPr>
        <p:spPr>
          <a:xfrm>
            <a:off x="8472775" y="3855750"/>
            <a:ext cx="292200" cy="29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1"/>
          <p:cNvSpPr/>
          <p:nvPr/>
        </p:nvSpPr>
        <p:spPr>
          <a:xfrm>
            <a:off x="6066925" y="217425"/>
            <a:ext cx="3189000" cy="7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2"/>
          <p:cNvSpPr txBox="1"/>
          <p:nvPr>
            <p:ph idx="1" type="subTitle"/>
          </p:nvPr>
        </p:nvSpPr>
        <p:spPr>
          <a:xfrm>
            <a:off x="1095975" y="1048136"/>
            <a:ext cx="2180400" cy="74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DETECT</a:t>
            </a:r>
            <a:endParaRPr/>
          </a:p>
        </p:txBody>
      </p:sp>
      <p:sp>
        <p:nvSpPr>
          <p:cNvPr id="298" name="Google Shape;298;p32"/>
          <p:cNvSpPr txBox="1"/>
          <p:nvPr>
            <p:ph idx="5" type="subTitle"/>
          </p:nvPr>
        </p:nvSpPr>
        <p:spPr>
          <a:xfrm>
            <a:off x="3481788" y="1048136"/>
            <a:ext cx="2180400" cy="74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CLASSIFY</a:t>
            </a:r>
            <a:endParaRPr/>
          </a:p>
        </p:txBody>
      </p:sp>
      <p:sp>
        <p:nvSpPr>
          <p:cNvPr id="299" name="Google Shape;299;p32"/>
          <p:cNvSpPr txBox="1"/>
          <p:nvPr>
            <p:ph idx="6" type="subTitle"/>
          </p:nvPr>
        </p:nvSpPr>
        <p:spPr>
          <a:xfrm>
            <a:off x="5867625" y="1048136"/>
            <a:ext cx="2180400" cy="74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INTERVENE</a:t>
            </a:r>
            <a:endParaRPr/>
          </a:p>
        </p:txBody>
      </p:sp>
      <p:sp>
        <p:nvSpPr>
          <p:cNvPr id="300" name="Google Shape;300;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it Works</a:t>
            </a:r>
            <a:endParaRPr/>
          </a:p>
        </p:txBody>
      </p:sp>
      <p:sp>
        <p:nvSpPr>
          <p:cNvPr id="301" name="Google Shape;301;p32"/>
          <p:cNvSpPr txBox="1"/>
          <p:nvPr>
            <p:ph idx="2" type="subTitle"/>
          </p:nvPr>
        </p:nvSpPr>
        <p:spPr>
          <a:xfrm>
            <a:off x="1095974" y="1853186"/>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CogniFlow </a:t>
            </a:r>
            <a:r>
              <a:rPr lang="en"/>
              <a:t>monitors keystroke latency, revision frequency, section returns, and abandonment signals passively. No interruption, no form, no question asked.</a:t>
            </a:r>
            <a:endParaRPr/>
          </a:p>
        </p:txBody>
      </p:sp>
      <p:sp>
        <p:nvSpPr>
          <p:cNvPr id="302" name="Google Shape;302;p32"/>
          <p:cNvSpPr txBox="1"/>
          <p:nvPr>
            <p:ph idx="3" type="subTitle"/>
          </p:nvPr>
        </p:nvSpPr>
        <p:spPr>
          <a:xfrm>
            <a:off x="3481800" y="1853186"/>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CogniFlow </a:t>
            </a:r>
            <a:r>
              <a:rPr lang="en"/>
              <a:t>classifies the active cognitive load type: executive, phonological, contextual, mixed, or neutral, with a confidence score updated in real time.</a:t>
            </a:r>
            <a:endParaRPr/>
          </a:p>
        </p:txBody>
      </p:sp>
      <p:sp>
        <p:nvSpPr>
          <p:cNvPr id="303" name="Google Shape;303;p32"/>
          <p:cNvSpPr txBox="1"/>
          <p:nvPr>
            <p:ph idx="4" type="subTitle"/>
          </p:nvPr>
        </p:nvSpPr>
        <p:spPr>
          <a:xfrm>
            <a:off x="5867626" y="1853186"/>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FocusAgent fragments executive tasks into time-anchored steps. ContextAgent makes implicit communication explicit. PhonAgent adapts typography and pacing. BlendIt orchestrates when multiple loads are active. CalmGuard validates every output before it reaches the user. NotifyAgent delivers suggestions only in optimal cognitive windows.</a:t>
            </a:r>
            <a:endParaRPr/>
          </a:p>
        </p:txBody>
      </p:sp>
      <p:grpSp>
        <p:nvGrpSpPr>
          <p:cNvPr id="304" name="Google Shape;304;p32"/>
          <p:cNvGrpSpPr/>
          <p:nvPr/>
        </p:nvGrpSpPr>
        <p:grpSpPr>
          <a:xfrm flipH="1" rot="212416">
            <a:off x="114761" y="2699214"/>
            <a:ext cx="770952" cy="673321"/>
            <a:chOff x="4318300" y="2960450"/>
            <a:chExt cx="161050" cy="106625"/>
          </a:xfrm>
        </p:grpSpPr>
        <p:sp>
          <p:nvSpPr>
            <p:cNvPr id="305" name="Google Shape;305;p32"/>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2"/>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32"/>
          <p:cNvGrpSpPr/>
          <p:nvPr/>
        </p:nvGrpSpPr>
        <p:grpSpPr>
          <a:xfrm flipH="1" rot="212416">
            <a:off x="8205936" y="1040889"/>
            <a:ext cx="770952" cy="673321"/>
            <a:chOff x="4318300" y="2960450"/>
            <a:chExt cx="161050" cy="106625"/>
          </a:xfrm>
        </p:grpSpPr>
        <p:sp>
          <p:nvSpPr>
            <p:cNvPr id="308" name="Google Shape;308;p32"/>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2"/>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32"/>
          <p:cNvSpPr/>
          <p:nvPr/>
        </p:nvSpPr>
        <p:spPr>
          <a:xfrm>
            <a:off x="8150500" y="52000"/>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32"/>
          <p:cNvGrpSpPr/>
          <p:nvPr/>
        </p:nvGrpSpPr>
        <p:grpSpPr>
          <a:xfrm flipH="1" rot="-2230191">
            <a:off x="380815" y="3626987"/>
            <a:ext cx="770944" cy="673321"/>
            <a:chOff x="4318300" y="2960450"/>
            <a:chExt cx="161050" cy="106625"/>
          </a:xfrm>
        </p:grpSpPr>
        <p:sp>
          <p:nvSpPr>
            <p:cNvPr id="312" name="Google Shape;312;p32"/>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2"/>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 name="Google Shape;314;p32"/>
          <p:cNvSpPr/>
          <p:nvPr/>
        </p:nvSpPr>
        <p:spPr>
          <a:xfrm>
            <a:off x="428750" y="-87500"/>
            <a:ext cx="572700" cy="572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2"/>
          <p:cNvSpPr/>
          <p:nvPr/>
        </p:nvSpPr>
        <p:spPr>
          <a:xfrm>
            <a:off x="509538" y="3659125"/>
            <a:ext cx="332100" cy="332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32"/>
          <p:cNvGrpSpPr/>
          <p:nvPr/>
        </p:nvGrpSpPr>
        <p:grpSpPr>
          <a:xfrm flipH="1" rot="-2230191">
            <a:off x="8920590" y="4019451"/>
            <a:ext cx="770944" cy="673321"/>
            <a:chOff x="4318300" y="2960450"/>
            <a:chExt cx="161050" cy="106625"/>
          </a:xfrm>
        </p:grpSpPr>
        <p:sp>
          <p:nvSpPr>
            <p:cNvPr id="317" name="Google Shape;317;p32"/>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2"/>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32"/>
          <p:cNvGrpSpPr/>
          <p:nvPr/>
        </p:nvGrpSpPr>
        <p:grpSpPr>
          <a:xfrm flipH="1" rot="-4477941">
            <a:off x="7954632" y="4184386"/>
            <a:ext cx="770939" cy="673322"/>
            <a:chOff x="4318300" y="2960450"/>
            <a:chExt cx="161050" cy="106625"/>
          </a:xfrm>
        </p:grpSpPr>
        <p:sp>
          <p:nvSpPr>
            <p:cNvPr id="320" name="Google Shape;320;p32"/>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7 Agents</a:t>
            </a:r>
            <a:endParaRPr/>
          </a:p>
          <a:p>
            <a:pPr indent="0" lvl="0" marL="0" rtl="0" algn="ctr">
              <a:spcBef>
                <a:spcPts val="0"/>
              </a:spcBef>
              <a:spcAft>
                <a:spcPts val="0"/>
              </a:spcAft>
              <a:buNone/>
            </a:pPr>
            <a:r>
              <a:t/>
            </a:r>
            <a:endParaRPr/>
          </a:p>
        </p:txBody>
      </p:sp>
      <p:sp>
        <p:nvSpPr>
          <p:cNvPr id="327" name="Google Shape;327;p33"/>
          <p:cNvSpPr/>
          <p:nvPr/>
        </p:nvSpPr>
        <p:spPr>
          <a:xfrm>
            <a:off x="360675" y="7542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3"/>
          <p:cNvSpPr/>
          <p:nvPr/>
        </p:nvSpPr>
        <p:spPr>
          <a:xfrm>
            <a:off x="811625" y="48391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33"/>
          <p:cNvGrpSpPr/>
          <p:nvPr/>
        </p:nvGrpSpPr>
        <p:grpSpPr>
          <a:xfrm flipH="1" rot="212416">
            <a:off x="52661" y="-226611"/>
            <a:ext cx="770952" cy="673321"/>
            <a:chOff x="4318300" y="2960450"/>
            <a:chExt cx="161050" cy="106625"/>
          </a:xfrm>
        </p:grpSpPr>
        <p:sp>
          <p:nvSpPr>
            <p:cNvPr id="330" name="Google Shape;330;p33"/>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3"/>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33"/>
          <p:cNvGrpSpPr/>
          <p:nvPr/>
        </p:nvGrpSpPr>
        <p:grpSpPr>
          <a:xfrm flipH="1" rot="-2230191">
            <a:off x="8457465" y="2066101"/>
            <a:ext cx="770944" cy="673321"/>
            <a:chOff x="4318300" y="2960450"/>
            <a:chExt cx="161050" cy="106625"/>
          </a:xfrm>
        </p:grpSpPr>
        <p:sp>
          <p:nvSpPr>
            <p:cNvPr id="333" name="Google Shape;333;p33"/>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33"/>
          <p:cNvSpPr/>
          <p:nvPr/>
        </p:nvSpPr>
        <p:spPr>
          <a:xfrm>
            <a:off x="8472775" y="3855750"/>
            <a:ext cx="292200" cy="29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3"/>
          <p:cNvSpPr/>
          <p:nvPr/>
        </p:nvSpPr>
        <p:spPr>
          <a:xfrm>
            <a:off x="6066925" y="2174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33"/>
          <p:cNvGrpSpPr/>
          <p:nvPr/>
        </p:nvGrpSpPr>
        <p:grpSpPr>
          <a:xfrm flipH="1" rot="-4477941">
            <a:off x="7954632" y="4184386"/>
            <a:ext cx="770939" cy="673322"/>
            <a:chOff x="4318300" y="2960450"/>
            <a:chExt cx="161050" cy="106625"/>
          </a:xfrm>
        </p:grpSpPr>
        <p:sp>
          <p:nvSpPr>
            <p:cNvPr id="338" name="Google Shape;338;p33"/>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3"/>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0" name="Google Shape;340;p33"/>
          <p:cNvSpPr txBox="1"/>
          <p:nvPr>
            <p:ph idx="4294967295" type="body"/>
          </p:nvPr>
        </p:nvSpPr>
        <p:spPr>
          <a:xfrm>
            <a:off x="1228000" y="1017725"/>
            <a:ext cx="6685200" cy="3130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Open Sans Light"/>
              <a:buChar char="●"/>
            </a:pPr>
            <a:r>
              <a:rPr b="1" lang="en" sz="1100">
                <a:solidFill>
                  <a:srgbClr val="000000"/>
                </a:solidFill>
              </a:rPr>
              <a:t>ProfileSense:</a:t>
            </a:r>
            <a:r>
              <a:rPr lang="en" sz="1100">
                <a:solidFill>
                  <a:srgbClr val="000000"/>
                </a:solidFill>
              </a:rPr>
              <a:t> Classifies cognitive load type from behavioral signals, no diagnosis required.</a:t>
            </a:r>
            <a:endParaRPr sz="1100">
              <a:solidFill>
                <a:srgbClr val="000000"/>
              </a:solidFill>
            </a:endParaRPr>
          </a:p>
          <a:p>
            <a:pPr indent="-298450" lvl="0" marL="457200" rtl="0" algn="l">
              <a:spcBef>
                <a:spcPts val="1000"/>
              </a:spcBef>
              <a:spcAft>
                <a:spcPts val="0"/>
              </a:spcAft>
              <a:buClr>
                <a:srgbClr val="000000"/>
              </a:buClr>
              <a:buSzPts val="1100"/>
              <a:buFont typeface="Arial"/>
              <a:buChar char="●"/>
            </a:pPr>
            <a:r>
              <a:rPr b="1" lang="en" sz="1100">
                <a:solidFill>
                  <a:srgbClr val="000000"/>
                </a:solidFill>
              </a:rPr>
              <a:t>FocusAgent:</a:t>
            </a:r>
            <a:r>
              <a:rPr lang="en" sz="1100">
                <a:solidFill>
                  <a:srgbClr val="000000"/>
                </a:solidFill>
              </a:rPr>
              <a:t> Fragments executive tasks into time-anchored micro-steps for ADHD profiles.</a:t>
            </a:r>
            <a:endParaRPr sz="1100">
              <a:solidFill>
                <a:srgbClr val="000000"/>
              </a:solidFill>
            </a:endParaRPr>
          </a:p>
          <a:p>
            <a:pPr indent="-298450" lvl="0" marL="457200" rtl="0" algn="l">
              <a:spcBef>
                <a:spcPts val="1000"/>
              </a:spcBef>
              <a:spcAft>
                <a:spcPts val="0"/>
              </a:spcAft>
              <a:buClr>
                <a:srgbClr val="000000"/>
              </a:buClr>
              <a:buSzPts val="1100"/>
              <a:buFont typeface="Arial"/>
              <a:buChar char="●"/>
            </a:pPr>
            <a:r>
              <a:rPr b="1" lang="en" sz="1100">
                <a:solidFill>
                  <a:srgbClr val="000000"/>
                </a:solidFill>
              </a:rPr>
              <a:t>ContextAgent:</a:t>
            </a:r>
            <a:r>
              <a:rPr lang="en" sz="1100">
                <a:solidFill>
                  <a:srgbClr val="000000"/>
                </a:solidFill>
              </a:rPr>
              <a:t> Makes implicit communication explicit for autism profiles.</a:t>
            </a:r>
            <a:endParaRPr sz="1100">
              <a:solidFill>
                <a:srgbClr val="000000"/>
              </a:solidFill>
            </a:endParaRPr>
          </a:p>
          <a:p>
            <a:pPr indent="-298450" lvl="0" marL="457200" rtl="0" algn="l">
              <a:spcBef>
                <a:spcPts val="1000"/>
              </a:spcBef>
              <a:spcAft>
                <a:spcPts val="0"/>
              </a:spcAft>
              <a:buClr>
                <a:srgbClr val="000000"/>
              </a:buClr>
              <a:buSzPts val="1100"/>
              <a:buFont typeface="Arial"/>
              <a:buChar char="●"/>
            </a:pPr>
            <a:r>
              <a:rPr b="1" lang="en" sz="1100">
                <a:solidFill>
                  <a:srgbClr val="000000"/>
                </a:solidFill>
              </a:rPr>
              <a:t>PhonAgent:</a:t>
            </a:r>
            <a:r>
              <a:rPr lang="en" sz="1100">
                <a:solidFill>
                  <a:srgbClr val="000000"/>
                </a:solidFill>
              </a:rPr>
              <a:t> Adapts typography and reading pacing for dyslexia profiles.</a:t>
            </a:r>
            <a:endParaRPr sz="1100">
              <a:solidFill>
                <a:srgbClr val="000000"/>
              </a:solidFill>
            </a:endParaRPr>
          </a:p>
          <a:p>
            <a:pPr indent="-298450" lvl="0" marL="457200" rtl="0" algn="l">
              <a:spcBef>
                <a:spcPts val="1000"/>
              </a:spcBef>
              <a:spcAft>
                <a:spcPts val="0"/>
              </a:spcAft>
              <a:buClr>
                <a:srgbClr val="000000"/>
              </a:buClr>
              <a:buSzPts val="1100"/>
              <a:buFont typeface="Arial"/>
              <a:buChar char="●"/>
            </a:pPr>
            <a:r>
              <a:rPr b="1" lang="en" sz="1100">
                <a:solidFill>
                  <a:srgbClr val="000000"/>
                </a:solidFill>
              </a:rPr>
              <a:t>BlendIt:</a:t>
            </a:r>
            <a:r>
              <a:rPr lang="en" sz="1100">
                <a:solidFill>
                  <a:srgbClr val="000000"/>
                </a:solidFill>
              </a:rPr>
              <a:t> Orchestrates agent conflicts when multiple cognitive loads are active simultaneously.</a:t>
            </a:r>
            <a:endParaRPr sz="1100">
              <a:solidFill>
                <a:srgbClr val="000000"/>
              </a:solidFill>
            </a:endParaRPr>
          </a:p>
          <a:p>
            <a:pPr indent="-298450" lvl="0" marL="457200" rtl="0" algn="l">
              <a:spcBef>
                <a:spcPts val="1000"/>
              </a:spcBef>
              <a:spcAft>
                <a:spcPts val="0"/>
              </a:spcAft>
              <a:buClr>
                <a:srgbClr val="000000"/>
              </a:buClr>
              <a:buSzPts val="1100"/>
              <a:buFont typeface="Arial"/>
              <a:buChar char="●"/>
            </a:pPr>
            <a:r>
              <a:rPr b="1" lang="en" sz="1100">
                <a:solidFill>
                  <a:srgbClr val="000000"/>
                </a:solidFill>
              </a:rPr>
              <a:t>CalmGuard:</a:t>
            </a:r>
            <a:r>
              <a:rPr lang="en" sz="1100">
                <a:solidFill>
                  <a:srgbClr val="000000"/>
                </a:solidFill>
              </a:rPr>
              <a:t> Validates every agent output before it reaches the user. RAI structural layer.</a:t>
            </a:r>
            <a:endParaRPr sz="1100">
              <a:solidFill>
                <a:srgbClr val="000000"/>
              </a:solidFill>
            </a:endParaRPr>
          </a:p>
          <a:p>
            <a:pPr indent="-298450" lvl="0" marL="457200" rtl="0" algn="l">
              <a:spcBef>
                <a:spcPts val="1000"/>
              </a:spcBef>
              <a:spcAft>
                <a:spcPts val="1000"/>
              </a:spcAft>
              <a:buClr>
                <a:srgbClr val="000000"/>
              </a:buClr>
              <a:buSzPts val="1100"/>
              <a:buFont typeface="Arial"/>
              <a:buChar char="●"/>
            </a:pPr>
            <a:r>
              <a:rPr b="1" lang="en" sz="1100">
                <a:solidFill>
                  <a:srgbClr val="000000"/>
                </a:solidFill>
              </a:rPr>
              <a:t>NotifyAgent:</a:t>
            </a:r>
            <a:r>
              <a:rPr lang="en" sz="1100">
                <a:solidFill>
                  <a:srgbClr val="000000"/>
                </a:solidFill>
              </a:rPr>
              <a:t> Delivers interventions only in optimal cognitive windows. Maximum 4 per day. Blocked when MTI &gt; 60.</a:t>
            </a:r>
            <a:endParaRPr sz="11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Architecture</a:t>
            </a:r>
            <a:endParaRPr/>
          </a:p>
        </p:txBody>
      </p:sp>
      <p:sp>
        <p:nvSpPr>
          <p:cNvPr id="346" name="Google Shape;346;p34"/>
          <p:cNvSpPr/>
          <p:nvPr/>
        </p:nvSpPr>
        <p:spPr>
          <a:xfrm>
            <a:off x="360675" y="7542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4"/>
          <p:cNvSpPr/>
          <p:nvPr/>
        </p:nvSpPr>
        <p:spPr>
          <a:xfrm>
            <a:off x="811625" y="4839125"/>
            <a:ext cx="3189000" cy="7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 name="Google Shape;348;p34"/>
          <p:cNvGrpSpPr/>
          <p:nvPr/>
        </p:nvGrpSpPr>
        <p:grpSpPr>
          <a:xfrm flipH="1" rot="212416">
            <a:off x="52661" y="-226611"/>
            <a:ext cx="770952" cy="673321"/>
            <a:chOff x="4318300" y="2960450"/>
            <a:chExt cx="161050" cy="106625"/>
          </a:xfrm>
        </p:grpSpPr>
        <p:sp>
          <p:nvSpPr>
            <p:cNvPr id="349" name="Google Shape;349;p34"/>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4"/>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34"/>
          <p:cNvGrpSpPr/>
          <p:nvPr/>
        </p:nvGrpSpPr>
        <p:grpSpPr>
          <a:xfrm flipH="1" rot="-2230191">
            <a:off x="-52110" y="4184376"/>
            <a:ext cx="770944" cy="673321"/>
            <a:chOff x="4318300" y="2960450"/>
            <a:chExt cx="161050" cy="106625"/>
          </a:xfrm>
        </p:grpSpPr>
        <p:sp>
          <p:nvSpPr>
            <p:cNvPr id="352" name="Google Shape;352;p34"/>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4"/>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34"/>
          <p:cNvSpPr/>
          <p:nvPr/>
        </p:nvSpPr>
        <p:spPr>
          <a:xfrm>
            <a:off x="8420338" y="3570475"/>
            <a:ext cx="292200" cy="292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4"/>
          <p:cNvSpPr/>
          <p:nvPr/>
        </p:nvSpPr>
        <p:spPr>
          <a:xfrm>
            <a:off x="6066925" y="217425"/>
            <a:ext cx="3189000" cy="74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6" name="Google Shape;356;p34"/>
          <p:cNvPicPr preferRelativeResize="0"/>
          <p:nvPr/>
        </p:nvPicPr>
        <p:blipFill>
          <a:blip r:embed="rId3">
            <a:alphaModFix/>
          </a:blip>
          <a:stretch>
            <a:fillRect/>
          </a:stretch>
        </p:blipFill>
        <p:spPr>
          <a:xfrm>
            <a:off x="1476550" y="1223275"/>
            <a:ext cx="6190901" cy="3410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Azure Services</a:t>
            </a:r>
            <a:endParaRPr/>
          </a:p>
        </p:txBody>
      </p:sp>
      <p:grpSp>
        <p:nvGrpSpPr>
          <p:cNvPr id="362" name="Google Shape;362;p35"/>
          <p:cNvGrpSpPr/>
          <p:nvPr/>
        </p:nvGrpSpPr>
        <p:grpSpPr>
          <a:xfrm flipH="1" rot="212416">
            <a:off x="114761" y="2699214"/>
            <a:ext cx="770952" cy="673321"/>
            <a:chOff x="4318300" y="2960450"/>
            <a:chExt cx="161050" cy="106625"/>
          </a:xfrm>
        </p:grpSpPr>
        <p:sp>
          <p:nvSpPr>
            <p:cNvPr id="363" name="Google Shape;363;p35"/>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5"/>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35"/>
          <p:cNvGrpSpPr/>
          <p:nvPr/>
        </p:nvGrpSpPr>
        <p:grpSpPr>
          <a:xfrm flipH="1" rot="212416">
            <a:off x="8205936" y="1040889"/>
            <a:ext cx="770952" cy="673321"/>
            <a:chOff x="4318300" y="2960450"/>
            <a:chExt cx="161050" cy="106625"/>
          </a:xfrm>
        </p:grpSpPr>
        <p:sp>
          <p:nvSpPr>
            <p:cNvPr id="366" name="Google Shape;366;p35"/>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5"/>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35"/>
          <p:cNvSpPr/>
          <p:nvPr/>
        </p:nvSpPr>
        <p:spPr>
          <a:xfrm>
            <a:off x="378950" y="0"/>
            <a:ext cx="672300" cy="672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5"/>
          <p:cNvSpPr/>
          <p:nvPr/>
        </p:nvSpPr>
        <p:spPr>
          <a:xfrm>
            <a:off x="8283825" y="45321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 name="Google Shape;370;p35"/>
          <p:cNvGrpSpPr/>
          <p:nvPr/>
        </p:nvGrpSpPr>
        <p:grpSpPr>
          <a:xfrm flipH="1" rot="-4035931">
            <a:off x="175545" y="4347532"/>
            <a:ext cx="770950" cy="673327"/>
            <a:chOff x="4318300" y="2960450"/>
            <a:chExt cx="161050" cy="106625"/>
          </a:xfrm>
        </p:grpSpPr>
        <p:sp>
          <p:nvSpPr>
            <p:cNvPr id="371" name="Google Shape;371;p35"/>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5"/>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35"/>
          <p:cNvSpPr txBox="1"/>
          <p:nvPr>
            <p:ph idx="4294967295" type="body"/>
          </p:nvPr>
        </p:nvSpPr>
        <p:spPr>
          <a:xfrm>
            <a:off x="1217000" y="1177125"/>
            <a:ext cx="2924100" cy="20112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rgbClr val="000000"/>
              </a:buClr>
              <a:buSzPts val="1000"/>
              <a:buFont typeface="Open Sans"/>
              <a:buChar char="●"/>
            </a:pPr>
            <a:r>
              <a:rPr lang="en" sz="1000">
                <a:solidFill>
                  <a:srgbClr val="000000"/>
                </a:solidFill>
              </a:rPr>
              <a:t>Azure AI Foundry · Central hub for all 7 agents</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OpenAI · GPT-4.1 mini inference engine</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AI Search · RAG + behavioral index enrichment</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Cosmos DB · Behavioral profiles + session events</a:t>
            </a:r>
            <a:endParaRPr sz="1000">
              <a:solidFill>
                <a:srgbClr val="000000"/>
              </a:solidFill>
            </a:endParaRPr>
          </a:p>
          <a:p>
            <a:pPr indent="-292100" lvl="0" marL="457200" rtl="0" algn="l">
              <a:spcBef>
                <a:spcPts val="1000"/>
              </a:spcBef>
              <a:spcAft>
                <a:spcPts val="1000"/>
              </a:spcAft>
              <a:buClr>
                <a:srgbClr val="000000"/>
              </a:buClr>
              <a:buSzPts val="1000"/>
              <a:buFont typeface="Open Sans"/>
              <a:buChar char="●"/>
            </a:pPr>
            <a:r>
              <a:rPr lang="en" sz="1000">
                <a:solidFill>
                  <a:srgbClr val="000000"/>
                </a:solidFill>
              </a:rPr>
              <a:t>Azure Content Safety · CalmGuard real-time filter</a:t>
            </a:r>
            <a:endParaRPr sz="1000">
              <a:solidFill>
                <a:srgbClr val="000000"/>
              </a:solidFill>
            </a:endParaRPr>
          </a:p>
        </p:txBody>
      </p:sp>
      <p:sp>
        <p:nvSpPr>
          <p:cNvPr id="374" name="Google Shape;374;p35"/>
          <p:cNvSpPr txBox="1"/>
          <p:nvPr>
            <p:ph idx="4294967295" type="body"/>
          </p:nvPr>
        </p:nvSpPr>
        <p:spPr>
          <a:xfrm>
            <a:off x="4304500" y="1177125"/>
            <a:ext cx="3251400" cy="18720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rgbClr val="000000"/>
              </a:buClr>
              <a:buSzPts val="1000"/>
              <a:buFont typeface="Open Sans"/>
              <a:buChar char="●"/>
            </a:pPr>
            <a:r>
              <a:rPr lang="en" sz="1000">
                <a:solidFill>
                  <a:srgbClr val="000000"/>
                </a:solidFill>
              </a:rPr>
              <a:t>Azure Notification Hubs · Web Push delivery via NotifyAgent</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API Management · Gateway + rate limiting</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Key Vault · Credentials and secrets management</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Monitor · RAI audit log + intervention tracking</a:t>
            </a:r>
            <a:endParaRPr sz="1000">
              <a:solidFill>
                <a:srgbClr val="000000"/>
              </a:solidFill>
            </a:endParaRPr>
          </a:p>
          <a:p>
            <a:pPr indent="-292100" lvl="0" marL="457200" rtl="0" algn="l">
              <a:spcBef>
                <a:spcPts val="1000"/>
              </a:spcBef>
              <a:spcAft>
                <a:spcPts val="0"/>
              </a:spcAft>
              <a:buClr>
                <a:srgbClr val="000000"/>
              </a:buClr>
              <a:buSzPts val="1000"/>
              <a:buFont typeface="Open Sans"/>
              <a:buChar char="●"/>
            </a:pPr>
            <a:r>
              <a:rPr lang="en" sz="1000">
                <a:solidFill>
                  <a:srgbClr val="000000"/>
                </a:solidFill>
              </a:rPr>
              <a:t>Azure App Service · Backend + PWA deployment</a:t>
            </a:r>
            <a:endParaRPr sz="1000">
              <a:solidFill>
                <a:srgbClr val="000000"/>
              </a:solidFill>
            </a:endParaRPr>
          </a:p>
          <a:p>
            <a:pPr indent="0" lvl="0" marL="457200" rtl="0" algn="l">
              <a:spcBef>
                <a:spcPts val="1000"/>
              </a:spcBef>
              <a:spcAft>
                <a:spcPts val="1000"/>
              </a:spcAft>
              <a:buNone/>
            </a:pPr>
            <a:r>
              <a:t/>
            </a:r>
            <a:endParaRPr sz="10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grpSp>
        <p:nvGrpSpPr>
          <p:cNvPr id="379" name="Google Shape;379;p36"/>
          <p:cNvGrpSpPr/>
          <p:nvPr/>
        </p:nvGrpSpPr>
        <p:grpSpPr>
          <a:xfrm flipH="1" rot="212416">
            <a:off x="114761" y="2699214"/>
            <a:ext cx="770952" cy="673321"/>
            <a:chOff x="4318300" y="2960450"/>
            <a:chExt cx="161050" cy="106625"/>
          </a:xfrm>
        </p:grpSpPr>
        <p:sp>
          <p:nvSpPr>
            <p:cNvPr id="380" name="Google Shape;380;p36"/>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6"/>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36"/>
          <p:cNvGrpSpPr/>
          <p:nvPr/>
        </p:nvGrpSpPr>
        <p:grpSpPr>
          <a:xfrm flipH="1" rot="212416">
            <a:off x="8205936" y="1040889"/>
            <a:ext cx="770952" cy="673321"/>
            <a:chOff x="4318300" y="2960450"/>
            <a:chExt cx="161050" cy="106625"/>
          </a:xfrm>
        </p:grpSpPr>
        <p:sp>
          <p:nvSpPr>
            <p:cNvPr id="383" name="Google Shape;383;p36"/>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 name="Google Shape;385;p36"/>
          <p:cNvSpPr/>
          <p:nvPr/>
        </p:nvSpPr>
        <p:spPr>
          <a:xfrm>
            <a:off x="297025" y="4471200"/>
            <a:ext cx="672300" cy="672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6"/>
          <p:cNvSpPr/>
          <p:nvPr/>
        </p:nvSpPr>
        <p:spPr>
          <a:xfrm>
            <a:off x="8150500" y="52000"/>
            <a:ext cx="483000" cy="483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ph idx="4294967295" type="subTitle"/>
          </p:nvPr>
        </p:nvSpPr>
        <p:spPr>
          <a:xfrm>
            <a:off x="3481788" y="1605525"/>
            <a:ext cx="2180400" cy="74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MuseoModerno Medium"/>
                <a:ea typeface="MuseoModerno Medium"/>
                <a:cs typeface="MuseoModerno Medium"/>
                <a:sym typeface="MuseoModerno Medium"/>
              </a:rPr>
              <a:t>RELIABILITY + PRIVACY</a:t>
            </a:r>
            <a:endParaRPr sz="1100"/>
          </a:p>
        </p:txBody>
      </p:sp>
      <p:sp>
        <p:nvSpPr>
          <p:cNvPr id="388" name="Google Shape;388;p36"/>
          <p:cNvSpPr txBox="1"/>
          <p:nvPr>
            <p:ph idx="1" type="subTitle"/>
          </p:nvPr>
        </p:nvSpPr>
        <p:spPr>
          <a:xfrm>
            <a:off x="5867625" y="1605525"/>
            <a:ext cx="2180400" cy="7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MuseoModerno Medium"/>
                <a:ea typeface="MuseoModerno Medium"/>
                <a:cs typeface="MuseoModerno Medium"/>
                <a:sym typeface="MuseoModerno Medium"/>
              </a:rPr>
              <a:t>TRANSPARENCY + ACCOUNTABILITY</a:t>
            </a:r>
            <a:endParaRPr sz="1300"/>
          </a:p>
        </p:txBody>
      </p:sp>
      <p:sp>
        <p:nvSpPr>
          <p:cNvPr id="389" name="Google Shape;389;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Responsible AI</a:t>
            </a:r>
            <a:endParaRPr sz="3000"/>
          </a:p>
        </p:txBody>
      </p:sp>
      <p:sp>
        <p:nvSpPr>
          <p:cNvPr id="390" name="Google Shape;390;p36"/>
          <p:cNvSpPr txBox="1"/>
          <p:nvPr>
            <p:ph idx="4294967295" type="subTitle"/>
          </p:nvPr>
        </p:nvSpPr>
        <p:spPr>
          <a:xfrm>
            <a:off x="3481800" y="2410575"/>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CalmGuard validates every output. Key Vault protects all credentials. Behavioral data classified as sensitive.</a:t>
            </a:r>
            <a:endParaRPr/>
          </a:p>
        </p:txBody>
      </p:sp>
      <p:sp>
        <p:nvSpPr>
          <p:cNvPr id="391" name="Google Shape;391;p36"/>
          <p:cNvSpPr txBox="1"/>
          <p:nvPr>
            <p:ph idx="4294967295" type="subTitle"/>
          </p:nvPr>
        </p:nvSpPr>
        <p:spPr>
          <a:xfrm>
            <a:off x="5867626" y="2410575"/>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Audit log of every intervention. Every action is reversible. Granular opt-out available.</a:t>
            </a:r>
            <a:endParaRPr/>
          </a:p>
        </p:txBody>
      </p:sp>
      <p:sp>
        <p:nvSpPr>
          <p:cNvPr id="392" name="Google Shape;392;p36"/>
          <p:cNvSpPr txBox="1"/>
          <p:nvPr>
            <p:ph idx="4294967295" type="subTitle"/>
          </p:nvPr>
        </p:nvSpPr>
        <p:spPr>
          <a:xfrm>
            <a:off x="1247999" y="1602703"/>
            <a:ext cx="2180400" cy="74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MuseoModerno Medium"/>
                <a:ea typeface="MuseoModerno Medium"/>
                <a:cs typeface="MuseoModerno Medium"/>
                <a:sym typeface="MuseoModerno Medium"/>
              </a:rPr>
              <a:t>FAIRNESS + INCLUSIVENESS</a:t>
            </a:r>
            <a:endParaRPr sz="1100"/>
          </a:p>
        </p:txBody>
      </p:sp>
      <p:sp>
        <p:nvSpPr>
          <p:cNvPr id="393" name="Google Shape;393;p36"/>
          <p:cNvSpPr txBox="1"/>
          <p:nvPr>
            <p:ph idx="4294967295" type="subTitle"/>
          </p:nvPr>
        </p:nvSpPr>
        <p:spPr>
          <a:xfrm>
            <a:off x="1248011" y="2407753"/>
            <a:ext cx="2180400" cy="18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without diagnosis or self-declaration. No accessibility mode toggle.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Impact</a:t>
            </a:r>
            <a:endParaRPr/>
          </a:p>
        </p:txBody>
      </p:sp>
      <p:grpSp>
        <p:nvGrpSpPr>
          <p:cNvPr id="399" name="Google Shape;399;p37"/>
          <p:cNvGrpSpPr/>
          <p:nvPr/>
        </p:nvGrpSpPr>
        <p:grpSpPr>
          <a:xfrm flipH="1" rot="212416">
            <a:off x="114761" y="2699214"/>
            <a:ext cx="770952" cy="673321"/>
            <a:chOff x="4318300" y="2960450"/>
            <a:chExt cx="161050" cy="106625"/>
          </a:xfrm>
        </p:grpSpPr>
        <p:sp>
          <p:nvSpPr>
            <p:cNvPr id="400" name="Google Shape;400;p37"/>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7"/>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37"/>
          <p:cNvGrpSpPr/>
          <p:nvPr/>
        </p:nvGrpSpPr>
        <p:grpSpPr>
          <a:xfrm flipH="1" rot="212416">
            <a:off x="8205936" y="1040889"/>
            <a:ext cx="770952" cy="673321"/>
            <a:chOff x="4318300" y="2960450"/>
            <a:chExt cx="161050" cy="106625"/>
          </a:xfrm>
        </p:grpSpPr>
        <p:sp>
          <p:nvSpPr>
            <p:cNvPr id="403" name="Google Shape;403;p37"/>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7"/>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37"/>
          <p:cNvSpPr/>
          <p:nvPr/>
        </p:nvSpPr>
        <p:spPr>
          <a:xfrm>
            <a:off x="8150500" y="52000"/>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7"/>
          <p:cNvSpPr/>
          <p:nvPr/>
        </p:nvSpPr>
        <p:spPr>
          <a:xfrm>
            <a:off x="428750" y="-87500"/>
            <a:ext cx="572700" cy="572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509538" y="3659125"/>
            <a:ext cx="332100" cy="332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 name="Google Shape;408;p37"/>
          <p:cNvGrpSpPr/>
          <p:nvPr/>
        </p:nvGrpSpPr>
        <p:grpSpPr>
          <a:xfrm flipH="1" rot="-2230191">
            <a:off x="8920590" y="4019451"/>
            <a:ext cx="770944" cy="673321"/>
            <a:chOff x="4318300" y="2960450"/>
            <a:chExt cx="161050" cy="106625"/>
          </a:xfrm>
        </p:grpSpPr>
        <p:sp>
          <p:nvSpPr>
            <p:cNvPr id="409" name="Google Shape;409;p37"/>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 name="Google Shape;411;p37"/>
          <p:cNvGrpSpPr/>
          <p:nvPr/>
        </p:nvGrpSpPr>
        <p:grpSpPr>
          <a:xfrm flipH="1" rot="-4477941">
            <a:off x="7954632" y="4184386"/>
            <a:ext cx="770939" cy="673322"/>
            <a:chOff x="4318300" y="2960450"/>
            <a:chExt cx="161050" cy="106625"/>
          </a:xfrm>
        </p:grpSpPr>
        <p:sp>
          <p:nvSpPr>
            <p:cNvPr id="412" name="Google Shape;412;p37"/>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37"/>
          <p:cNvSpPr txBox="1"/>
          <p:nvPr>
            <p:ph idx="4294967295" type="subTitle"/>
          </p:nvPr>
        </p:nvSpPr>
        <p:spPr>
          <a:xfrm>
            <a:off x="3481788" y="1605525"/>
            <a:ext cx="2180400" cy="7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MuseoModerno Medium"/>
                <a:ea typeface="MuseoModerno Medium"/>
                <a:cs typeface="MuseoModerno Medium"/>
                <a:sym typeface="MuseoModerno Medium"/>
              </a:rPr>
              <a:t>−50% Response decision time </a:t>
            </a:r>
            <a:endParaRPr sz="1700">
              <a:latin typeface="MuseoModerno Medium"/>
              <a:ea typeface="MuseoModerno Medium"/>
              <a:cs typeface="MuseoModerno Medium"/>
              <a:sym typeface="MuseoModerno Medium"/>
            </a:endParaRPr>
          </a:p>
          <a:p>
            <a:pPr indent="0" lvl="0" marL="0" rtl="0" algn="ctr">
              <a:spcBef>
                <a:spcPts val="0"/>
              </a:spcBef>
              <a:spcAft>
                <a:spcPts val="0"/>
              </a:spcAft>
              <a:buNone/>
            </a:pPr>
            <a:r>
              <a:rPr lang="en" sz="1700">
                <a:latin typeface="MuseoModerno Medium"/>
                <a:ea typeface="MuseoModerno Medium"/>
                <a:cs typeface="MuseoModerno Medium"/>
                <a:sym typeface="MuseoModerno Medium"/>
              </a:rPr>
              <a:t>(Ana · inbox)</a:t>
            </a:r>
            <a:endParaRPr sz="1100"/>
          </a:p>
        </p:txBody>
      </p:sp>
      <p:sp>
        <p:nvSpPr>
          <p:cNvPr id="415" name="Google Shape;415;p37"/>
          <p:cNvSpPr txBox="1"/>
          <p:nvPr>
            <p:ph idx="4294967295" type="subTitle"/>
          </p:nvPr>
        </p:nvSpPr>
        <p:spPr>
          <a:xfrm>
            <a:off x="5867625" y="1605525"/>
            <a:ext cx="2180400" cy="74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latin typeface="MuseoModerno Medium"/>
                <a:ea typeface="MuseoModerno Medium"/>
                <a:cs typeface="MuseoModerno Medium"/>
                <a:sym typeface="MuseoModerno Medium"/>
              </a:rPr>
              <a:t>0 Diagnoses required</a:t>
            </a:r>
            <a:endParaRPr sz="1300"/>
          </a:p>
        </p:txBody>
      </p:sp>
      <p:sp>
        <p:nvSpPr>
          <p:cNvPr id="416" name="Google Shape;416;p37"/>
          <p:cNvSpPr txBox="1"/>
          <p:nvPr>
            <p:ph idx="4294967295" type="subTitle"/>
          </p:nvPr>
        </p:nvSpPr>
        <p:spPr>
          <a:xfrm>
            <a:off x="1247999" y="1602703"/>
            <a:ext cx="2180400" cy="74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latin typeface="MuseoModerno Medium"/>
              <a:ea typeface="MuseoModerno Medium"/>
              <a:cs typeface="MuseoModerno Medium"/>
              <a:sym typeface="MuseoModerno Medium"/>
            </a:endParaRPr>
          </a:p>
          <a:p>
            <a:pPr indent="0" lvl="0" marL="0" rtl="0" algn="ctr">
              <a:spcBef>
                <a:spcPts val="0"/>
              </a:spcBef>
              <a:spcAft>
                <a:spcPts val="0"/>
              </a:spcAft>
              <a:buNone/>
            </a:pPr>
            <a:r>
              <a:t/>
            </a:r>
            <a:endParaRPr sz="1700">
              <a:latin typeface="MuseoModerno Medium"/>
              <a:ea typeface="MuseoModerno Medium"/>
              <a:cs typeface="MuseoModerno Medium"/>
              <a:sym typeface="MuseoModerno Medium"/>
            </a:endParaRPr>
          </a:p>
          <a:p>
            <a:pPr indent="0" lvl="0" marL="0" rtl="0" algn="ctr">
              <a:spcBef>
                <a:spcPts val="0"/>
              </a:spcBef>
              <a:spcAft>
                <a:spcPts val="0"/>
              </a:spcAft>
              <a:buNone/>
            </a:pPr>
            <a:r>
              <a:rPr lang="en" sz="1700">
                <a:latin typeface="MuseoModerno Medium"/>
                <a:ea typeface="MuseoModerno Medium"/>
                <a:cs typeface="MuseoModerno Medium"/>
                <a:sym typeface="MuseoModerno Medium"/>
              </a:rPr>
              <a:t>−52% MTI reduction</a:t>
            </a:r>
            <a:endParaRPr sz="1700">
              <a:latin typeface="MuseoModerno Medium"/>
              <a:ea typeface="MuseoModerno Medium"/>
              <a:cs typeface="MuseoModerno Medium"/>
              <a:sym typeface="MuseoModerno Medium"/>
            </a:endParaRPr>
          </a:p>
          <a:p>
            <a:pPr indent="0" lvl="0" marL="0" rtl="0" algn="ctr">
              <a:spcBef>
                <a:spcPts val="0"/>
              </a:spcBef>
              <a:spcAft>
                <a:spcPts val="0"/>
              </a:spcAft>
              <a:buNone/>
            </a:pPr>
            <a:r>
              <a:rPr lang="en" sz="1700">
                <a:latin typeface="MuseoModerno Medium"/>
                <a:ea typeface="MuseoModerno Medium"/>
                <a:cs typeface="MuseoModerno Medium"/>
                <a:sym typeface="MuseoModerno Medium"/>
              </a:rPr>
              <a:t>per session</a:t>
            </a:r>
            <a:endParaRPr sz="1700">
              <a:latin typeface="MuseoModerno Medium"/>
              <a:ea typeface="MuseoModerno Medium"/>
              <a:cs typeface="MuseoModerno Medium"/>
              <a:sym typeface="MuseoModerno Medium"/>
            </a:endParaRPr>
          </a:p>
          <a:p>
            <a:pPr indent="0" lvl="0" marL="0" rtl="0" algn="ctr">
              <a:spcBef>
                <a:spcPts val="0"/>
              </a:spcBef>
              <a:spcAft>
                <a:spcPts val="0"/>
              </a:spcAft>
              <a:buNone/>
            </a:pPr>
            <a:r>
              <a:rPr lang="en" sz="1700">
                <a:latin typeface="MuseoModerno Medium"/>
                <a:ea typeface="MuseoModerno Medium"/>
                <a:cs typeface="MuseoModerno Medium"/>
                <a:sym typeface="MuseoModerno Medium"/>
              </a:rPr>
              <a:t>(Sofia · editor)</a:t>
            </a:r>
            <a:endParaRPr sz="1700">
              <a:latin typeface="MuseoModerno Medium"/>
              <a:ea typeface="MuseoModerno Medium"/>
              <a:cs typeface="MuseoModerno Medium"/>
              <a:sym typeface="MuseoModerno Medium"/>
            </a:endParaRPr>
          </a:p>
        </p:txBody>
      </p:sp>
      <p:sp>
        <p:nvSpPr>
          <p:cNvPr id="417" name="Google Shape;417;p37"/>
          <p:cNvSpPr txBox="1"/>
          <p:nvPr>
            <p:ph idx="4294967295" type="subTitle"/>
          </p:nvPr>
        </p:nvSpPr>
        <p:spPr>
          <a:xfrm>
            <a:off x="1563600" y="3182800"/>
            <a:ext cx="60168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CogniFlow gives back the working memory that masking steals.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8"/>
          <p:cNvSpPr txBox="1"/>
          <p:nvPr>
            <p:ph type="title"/>
          </p:nvPr>
        </p:nvSpPr>
        <p:spPr>
          <a:xfrm>
            <a:off x="715100" y="827475"/>
            <a:ext cx="5076600" cy="252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000"/>
              <a:t>Thank You!</a:t>
            </a:r>
            <a:endParaRPr sz="5000"/>
          </a:p>
          <a:p>
            <a:pPr indent="0" lvl="0" marL="0" rtl="0" algn="l">
              <a:spcBef>
                <a:spcPts val="0"/>
              </a:spcBef>
              <a:spcAft>
                <a:spcPts val="0"/>
              </a:spcAft>
              <a:buNone/>
            </a:pPr>
            <a:r>
              <a:t/>
            </a:r>
            <a:endParaRPr sz="2400"/>
          </a:p>
          <a:p>
            <a:pPr indent="0" lvl="0" marL="0" rtl="0" algn="l">
              <a:spcBef>
                <a:spcPts val="0"/>
              </a:spcBef>
              <a:spcAft>
                <a:spcPts val="0"/>
              </a:spcAft>
              <a:buNone/>
            </a:pPr>
            <a:r>
              <a:rPr lang="en" sz="2400"/>
              <a:t>CogniFlow AI</a:t>
            </a:r>
            <a:endParaRPr sz="2400"/>
          </a:p>
          <a:p>
            <a:pPr indent="0" lvl="0" marL="0" rtl="0" algn="l">
              <a:spcBef>
                <a:spcPts val="0"/>
              </a:spcBef>
              <a:spcAft>
                <a:spcPts val="0"/>
              </a:spcAft>
              <a:buNone/>
            </a:pPr>
            <a:r>
              <a:t/>
            </a:r>
            <a:endParaRPr sz="1200"/>
          </a:p>
          <a:p>
            <a:pPr indent="0" lvl="0" marL="0" rtl="0" algn="l">
              <a:spcBef>
                <a:spcPts val="0"/>
              </a:spcBef>
              <a:spcAft>
                <a:spcPts val="0"/>
              </a:spcAft>
              <a:buNone/>
            </a:pPr>
            <a:r>
              <a:rPr lang="en" sz="1200"/>
              <a:t>Erika Barrado</a:t>
            </a:r>
            <a:endParaRPr sz="1200"/>
          </a:p>
          <a:p>
            <a:pPr indent="0" lvl="0" marL="0" rtl="0" algn="l">
              <a:spcBef>
                <a:spcPts val="0"/>
              </a:spcBef>
              <a:spcAft>
                <a:spcPts val="0"/>
              </a:spcAft>
              <a:buNone/>
            </a:pPr>
            <a:r>
              <a:rPr lang="en" sz="1200"/>
              <a:t>Letícia Batista Silva</a:t>
            </a:r>
            <a:endParaRPr sz="1200"/>
          </a:p>
          <a:p>
            <a:pPr indent="0" lvl="0" marL="0" rtl="0" algn="l">
              <a:spcBef>
                <a:spcPts val="0"/>
              </a:spcBef>
              <a:spcAft>
                <a:spcPts val="0"/>
              </a:spcAft>
              <a:buNone/>
            </a:pPr>
            <a:r>
              <a:t/>
            </a:r>
            <a:endParaRPr sz="1200"/>
          </a:p>
        </p:txBody>
      </p:sp>
      <p:sp>
        <p:nvSpPr>
          <p:cNvPr id="423" name="Google Shape;423;p38"/>
          <p:cNvSpPr/>
          <p:nvPr/>
        </p:nvSpPr>
        <p:spPr>
          <a:xfrm flipH="1">
            <a:off x="8548725" y="639250"/>
            <a:ext cx="615000" cy="3256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4" name="Google Shape;424;p38"/>
          <p:cNvGrpSpPr/>
          <p:nvPr/>
        </p:nvGrpSpPr>
        <p:grpSpPr>
          <a:xfrm rot="4412243">
            <a:off x="7025283" y="2059760"/>
            <a:ext cx="770954" cy="673325"/>
            <a:chOff x="4318300" y="2960450"/>
            <a:chExt cx="161050" cy="106625"/>
          </a:xfrm>
        </p:grpSpPr>
        <p:sp>
          <p:nvSpPr>
            <p:cNvPr id="425" name="Google Shape;425;p3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38"/>
          <p:cNvGrpSpPr/>
          <p:nvPr/>
        </p:nvGrpSpPr>
        <p:grpSpPr>
          <a:xfrm rot="6994513">
            <a:off x="7569373" y="4086261"/>
            <a:ext cx="770957" cy="673324"/>
            <a:chOff x="4318300" y="2960450"/>
            <a:chExt cx="161050" cy="106625"/>
          </a:xfrm>
        </p:grpSpPr>
        <p:sp>
          <p:nvSpPr>
            <p:cNvPr id="428" name="Google Shape;428;p3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38"/>
          <p:cNvGrpSpPr/>
          <p:nvPr/>
        </p:nvGrpSpPr>
        <p:grpSpPr>
          <a:xfrm rot="2125966">
            <a:off x="5520564" y="3616613"/>
            <a:ext cx="770960" cy="673325"/>
            <a:chOff x="4318300" y="2960450"/>
            <a:chExt cx="161050" cy="106625"/>
          </a:xfrm>
        </p:grpSpPr>
        <p:sp>
          <p:nvSpPr>
            <p:cNvPr id="431" name="Google Shape;431;p3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38"/>
          <p:cNvSpPr/>
          <p:nvPr/>
        </p:nvSpPr>
        <p:spPr>
          <a:xfrm flipH="1">
            <a:off x="2819350" y="2094275"/>
            <a:ext cx="6046200" cy="74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8"/>
          <p:cNvSpPr/>
          <p:nvPr/>
        </p:nvSpPr>
        <p:spPr>
          <a:xfrm flipH="1">
            <a:off x="5308700" y="156250"/>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8"/>
          <p:cNvSpPr/>
          <p:nvPr/>
        </p:nvSpPr>
        <p:spPr>
          <a:xfrm flipH="1">
            <a:off x="8392550" y="4195725"/>
            <a:ext cx="2248800" cy="129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8"/>
          <p:cNvSpPr/>
          <p:nvPr/>
        </p:nvSpPr>
        <p:spPr>
          <a:xfrm flipH="1">
            <a:off x="8165975" y="3968075"/>
            <a:ext cx="483000" cy="483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7" name="Google Shape;437;p38"/>
          <p:cNvGrpSpPr/>
          <p:nvPr/>
        </p:nvGrpSpPr>
        <p:grpSpPr>
          <a:xfrm rot="2125966">
            <a:off x="6155564" y="26163"/>
            <a:ext cx="770960" cy="673325"/>
            <a:chOff x="4318300" y="2960450"/>
            <a:chExt cx="161050" cy="106625"/>
          </a:xfrm>
        </p:grpSpPr>
        <p:sp>
          <p:nvSpPr>
            <p:cNvPr id="438" name="Google Shape;438;p38"/>
            <p:cNvSpPr/>
            <p:nvPr/>
          </p:nvSpPr>
          <p:spPr>
            <a:xfrm>
              <a:off x="4318300" y="2960450"/>
              <a:ext cx="153675" cy="106625"/>
            </a:xfrm>
            <a:custGeom>
              <a:rect b="b" l="l" r="r" t="t"/>
              <a:pathLst>
                <a:path extrusionOk="0" h="4265" w="6147">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8"/>
            <p:cNvSpPr/>
            <p:nvPr/>
          </p:nvSpPr>
          <p:spPr>
            <a:xfrm>
              <a:off x="4356975" y="2987925"/>
              <a:ext cx="122375" cy="68725"/>
            </a:xfrm>
            <a:custGeom>
              <a:rect b="b" l="l" r="r" t="t"/>
              <a:pathLst>
                <a:path extrusionOk="0" h="2749" w="4895">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sychology Newsletter by Slidesgo">
  <a:themeElements>
    <a:clrScheme name="Simple Light">
      <a:dk1>
        <a:srgbClr val="191919"/>
      </a:dk1>
      <a:lt1>
        <a:srgbClr val="FFFFFF"/>
      </a:lt1>
      <a:dk2>
        <a:srgbClr val="5D82A7"/>
      </a:dk2>
      <a:lt2>
        <a:srgbClr val="D84C50"/>
      </a:lt2>
      <a:accent1>
        <a:srgbClr val="FFC733"/>
      </a:accent1>
      <a:accent2>
        <a:srgbClr val="FFB55C"/>
      </a:accent2>
      <a:accent3>
        <a:srgbClr val="7F9864"/>
      </a:accent3>
      <a:accent4>
        <a:srgbClr val="E4D3C5"/>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